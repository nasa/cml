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ABBA-AE42-47F2-A185-A194EF890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C70C1C-7C49-4184-9328-B936EDB2C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511A-2960-4B4E-A61A-B45ABBEF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65AB-F235-4DBE-A43E-5CB2A17B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AE59E-48FC-4AD8-9373-EF416502A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0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3A7D-10D0-4DB5-96AD-7A6D61C5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F21C-0868-481B-8FD2-D94B72BE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AA223-3522-4EEE-BCAF-AD2E79914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9E47B-2F89-4909-9710-193F2A84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D5559-2928-49A0-B8D3-14944F57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49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069C-D5B2-4C22-9613-2D5157502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FB68E-5D65-40FC-8033-ACCD4B32A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EEE5F-4B4F-4D9D-8157-1412F0DFF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707D-EAAA-46B8-89F6-10564527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F51A1-B453-4EA9-86E2-C0F2042A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91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99B7-30FB-4741-823B-F3D805B5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84147-9504-4978-866B-C5E459F81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4076F-F31F-4122-AA24-82FB6D573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CBE71-E869-4D89-86B7-02AE93F3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4CCE5-58C8-4CBB-A6DB-565033D57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9C4A8-44D9-4331-A2E1-2FA2AE8F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47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4730-B9D3-413E-8015-6148F83D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CA29A-2310-4B90-9D47-7FA048C83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4D5E-02AA-4942-823C-B1226D0B17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A7D3E-5546-4531-A53D-817FD3001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BC104-9AB8-46DC-A6EF-39A2965EBB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8219F-E5FF-4E8A-936A-CFE3A81E9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2F47CE-9E1C-4FAF-9AB5-2D56BC05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10E17-829E-4862-A12F-3BF4B2C33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D00E-E147-4B67-AE68-903813815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9B6AD-0B94-452D-B0AE-848A2EDE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8ADCE-9F48-49F4-8526-45CBC5E1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643425-608E-496A-8AB1-4F3FEA50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80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4F20E-0F45-4645-A8F1-9EFE72925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69914-6F0B-4586-B9A1-A23749EFE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A6C3F-C732-4960-8F18-2CF7CD84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7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B96EA-78B6-4BC7-988E-35EF3B10B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A6254-B169-4747-8BE3-21D3E6FF4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69B86-CACE-4F74-9FB5-969213077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0418C-35E7-4648-9792-FC1ECBC38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FE377-0D4E-4B6D-B8FD-1EDAB086F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18AB7-882E-46F5-AF19-C9C71AFB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2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7C02-0749-4371-A7BD-3F98EAC8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0E540-465F-470E-A78B-C35C0DD77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9B5E3-3758-4255-B08C-D208D02E8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000F4-E965-481D-9152-C0A759747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EEAC8-4065-4231-88A6-B96BC04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AC235-C334-4B5D-A3AA-4DF47169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90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5660-9466-49CE-9DCE-5D46ED31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4AEA9-438A-4073-A1D5-13F1804A7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249BA-9581-4098-84CC-6B82B5D2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70D405-1D66-4168-97D6-76E3EC0E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79E2C-58C9-4685-BEED-6F97FAE4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2BA34-B46C-4A03-A03C-075A04EC1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DD869-5C4A-41C1-82D8-3232351BB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1F1A5-2658-4567-A8B6-212DBCAA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30F6F-CF60-48AB-AD37-0B5F3BBC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A9CBD-1B55-4639-BEC4-390E0ED3B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7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CC9031-53D8-4883-B43A-99BA2294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AE3AD-6A4A-4DD7-A60B-37817D338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CB759-4C91-4776-A566-17F6B682D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503D1-B420-4C95-9911-C622324F77E2}" type="datetimeFigureOut">
              <a:rPr lang="en-US" smtClean="0"/>
              <a:t>19-Jun-20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3893D-6303-4FBB-B4BF-49981FD6F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77208-5BB8-4217-93FF-B681D43E6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02D49-88E8-412E-926A-2C29D4C8B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8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1F53CCC0-B23E-402D-884B-6B7D871AC7A3}"/>
              </a:ext>
            </a:extLst>
          </p:cNvPr>
          <p:cNvGrpSpPr/>
          <p:nvPr/>
        </p:nvGrpSpPr>
        <p:grpSpPr>
          <a:xfrm>
            <a:off x="1606002" y="-623194"/>
            <a:ext cx="4257635" cy="5369576"/>
            <a:chOff x="1194940" y="446794"/>
            <a:chExt cx="4257635" cy="5369576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A79C5CBD-E26D-4469-88D7-313CA95CD440}"/>
                </a:ext>
              </a:extLst>
            </p:cNvPr>
            <p:cNvGrpSpPr/>
            <p:nvPr/>
          </p:nvGrpSpPr>
          <p:grpSpPr>
            <a:xfrm>
              <a:off x="1463679" y="3942446"/>
              <a:ext cx="873196" cy="1302517"/>
              <a:chOff x="1463679" y="3942446"/>
              <a:chExt cx="873196" cy="1302517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D78643A-4DAD-4F4B-A3A6-2AE4DE947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38443">
                <a:off x="1463679" y="3942446"/>
                <a:ext cx="873196" cy="1302517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51D6CC2-509A-42D1-807F-DD2A4AC33C95}"/>
                  </a:ext>
                </a:extLst>
              </p:cNvPr>
              <p:cNvSpPr txBox="1"/>
              <p:nvPr/>
            </p:nvSpPr>
            <p:spPr>
              <a:xfrm>
                <a:off x="1796942" y="4505100"/>
                <a:ext cx="239045" cy="282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363FECC5-FDA5-4AE4-8E61-8D640EE33EB7}"/>
                </a:ext>
              </a:extLst>
            </p:cNvPr>
            <p:cNvGrpSpPr/>
            <p:nvPr/>
          </p:nvGrpSpPr>
          <p:grpSpPr>
            <a:xfrm>
              <a:off x="3107659" y="3955513"/>
              <a:ext cx="873196" cy="1302517"/>
              <a:chOff x="3107659" y="3955513"/>
              <a:chExt cx="873196" cy="1302517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283A5B3-5411-4AD9-A456-15EA810DCB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1020974">
                <a:off x="3107659" y="3955513"/>
                <a:ext cx="873196" cy="1302517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250A00-2759-408E-BF79-2D7AE61E9FF9}"/>
                  </a:ext>
                </a:extLst>
              </p:cNvPr>
              <p:cNvSpPr txBox="1"/>
              <p:nvPr/>
            </p:nvSpPr>
            <p:spPr>
              <a:xfrm>
                <a:off x="3466734" y="4526418"/>
                <a:ext cx="239045" cy="282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75E4C37-E068-4DDD-8378-FE1779C551D4}"/>
                </a:ext>
              </a:extLst>
            </p:cNvPr>
            <p:cNvGrpSpPr/>
            <p:nvPr/>
          </p:nvGrpSpPr>
          <p:grpSpPr>
            <a:xfrm>
              <a:off x="2295282" y="3955513"/>
              <a:ext cx="873196" cy="1302517"/>
              <a:chOff x="2295282" y="3955513"/>
              <a:chExt cx="873196" cy="130251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225B497-0150-462C-8A65-C67EC406E5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371805">
                <a:off x="2295282" y="3955513"/>
                <a:ext cx="873196" cy="1302517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3F366A-FDC8-4796-871C-34900AD04C39}"/>
                  </a:ext>
                </a:extLst>
              </p:cNvPr>
              <p:cNvSpPr txBox="1"/>
              <p:nvPr/>
            </p:nvSpPr>
            <p:spPr>
              <a:xfrm>
                <a:off x="2633977" y="4540211"/>
                <a:ext cx="239045" cy="282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4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8908E0E-072D-460F-924C-BD3EC9A79116}"/>
                </a:ext>
              </a:extLst>
            </p:cNvPr>
            <p:cNvSpPr txBox="1"/>
            <p:nvPr/>
          </p:nvSpPr>
          <p:spPr>
            <a:xfrm>
              <a:off x="5219652" y="4681287"/>
              <a:ext cx="232923" cy="282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91CD0C-640D-4DC4-B062-06E8CAF631E3}"/>
                </a:ext>
              </a:extLst>
            </p:cNvPr>
            <p:cNvSpPr txBox="1"/>
            <p:nvPr/>
          </p:nvSpPr>
          <p:spPr>
            <a:xfrm>
              <a:off x="3221566" y="5534219"/>
              <a:ext cx="226799" cy="282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x</a:t>
              </a:r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DEF91DB4-0C05-46E4-9BD7-1A0ED470F1B9}"/>
                </a:ext>
              </a:extLst>
            </p:cNvPr>
            <p:cNvSpPr/>
            <p:nvPr/>
          </p:nvSpPr>
          <p:spPr>
            <a:xfrm>
              <a:off x="1796942" y="446794"/>
              <a:ext cx="2833272" cy="2878886"/>
            </a:xfrm>
            <a:prstGeom prst="arc">
              <a:avLst>
                <a:gd name="adj1" fmla="val 3851569"/>
                <a:gd name="adj2" fmla="val 539042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00DC6D-CF8D-471D-BE56-1952188B9E1E}"/>
                </a:ext>
              </a:extLst>
            </p:cNvPr>
            <p:cNvSpPr txBox="1"/>
            <p:nvPr/>
          </p:nvSpPr>
          <p:spPr>
            <a:xfrm>
              <a:off x="3447336" y="3301711"/>
              <a:ext cx="301501" cy="2821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dirty="0">
                  <a:latin typeface="Cambria" panose="02040503050406030204" pitchFamily="18" charset="0"/>
                  <a:ea typeface="Cambria" panose="02040503050406030204" pitchFamily="18" charset="0"/>
                </a:rPr>
                <a:t>θ</a:t>
              </a:r>
              <a:r>
                <a:rPr lang="en-US" baseline="-25000" dirty="0">
                  <a:latin typeface="Cambria" panose="02040503050406030204" pitchFamily="18" charset="0"/>
                  <a:ea typeface="Cambria" panose="02040503050406030204" pitchFamily="18" charset="0"/>
                </a:rPr>
                <a:t>1</a:t>
              </a:r>
              <a:endParaRPr lang="en-US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03E80D1-AB39-4F09-81B2-6AB19FDEC444}"/>
                </a:ext>
              </a:extLst>
            </p:cNvPr>
            <p:cNvGrpSpPr/>
            <p:nvPr/>
          </p:nvGrpSpPr>
          <p:grpSpPr>
            <a:xfrm>
              <a:off x="3841764" y="3011763"/>
              <a:ext cx="996330" cy="2246267"/>
              <a:chOff x="3841764" y="3011763"/>
              <a:chExt cx="996330" cy="224626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E52ED76-187E-4EE1-A85F-D7D73BD3A5C7}"/>
                  </a:ext>
                </a:extLst>
              </p:cNvPr>
              <p:cNvCxnSpPr/>
              <p:nvPr/>
            </p:nvCxnSpPr>
            <p:spPr>
              <a:xfrm flipH="1" flipV="1">
                <a:off x="3841764" y="3011763"/>
                <a:ext cx="448615" cy="1230486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D0796C3-1756-4C05-AE9B-2D276EA3BB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20359406">
                <a:off x="3964898" y="3955513"/>
                <a:ext cx="873196" cy="1302517"/>
              </a:xfrm>
              <a:prstGeom prst="rect">
                <a:avLst/>
              </a:prstGeom>
            </p:spPr>
          </p:pic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64CB00AD-BCDE-477E-86D4-F8CFAFF2AC1D}"/>
                  </a:ext>
                </a:extLst>
              </p:cNvPr>
              <p:cNvCxnSpPr/>
              <p:nvPr/>
            </p:nvCxnSpPr>
            <p:spPr>
              <a:xfrm flipH="1" flipV="1">
                <a:off x="4027619" y="3530874"/>
                <a:ext cx="256351" cy="711374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F06EC-439F-4DD1-9F2D-4EFD690BF66F}"/>
                  </a:ext>
                </a:extLst>
              </p:cNvPr>
              <p:cNvSpPr txBox="1"/>
              <p:nvPr/>
            </p:nvSpPr>
            <p:spPr>
              <a:xfrm>
                <a:off x="4327716" y="4505100"/>
                <a:ext cx="239045" cy="282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4F08DAE-42C7-4BFA-9F43-E29FA0E8EDE2}"/>
                  </a:ext>
                </a:extLst>
              </p:cNvPr>
              <p:cNvSpPr txBox="1"/>
              <p:nvPr/>
            </p:nvSpPr>
            <p:spPr>
              <a:xfrm>
                <a:off x="4168196" y="3671562"/>
                <a:ext cx="300275" cy="2821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F</a:t>
                </a:r>
                <a:r>
                  <a:rPr lang="en-US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45DEF33-6074-4FD5-8860-4B56F6EAA423}"/>
                </a:ext>
              </a:extLst>
            </p:cNvPr>
            <p:cNvSpPr txBox="1"/>
            <p:nvPr/>
          </p:nvSpPr>
          <p:spPr>
            <a:xfrm>
              <a:off x="1650604" y="3168935"/>
              <a:ext cx="1127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Side view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0D9AEC9-20FF-409D-832B-A938C262BFA1}"/>
                </a:ext>
              </a:extLst>
            </p:cNvPr>
            <p:cNvCxnSpPr>
              <a:cxnSpLocks/>
            </p:cNvCxnSpPr>
            <p:nvPr/>
          </p:nvCxnSpPr>
          <p:spPr>
            <a:xfrm>
              <a:off x="1194940" y="4973764"/>
              <a:ext cx="408239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FD3862-04AA-4D7C-968B-88F0DF2CEA67}"/>
                </a:ext>
              </a:extLst>
            </p:cNvPr>
            <p:cNvCxnSpPr>
              <a:cxnSpLocks/>
            </p:cNvCxnSpPr>
            <p:nvPr/>
          </p:nvCxnSpPr>
          <p:spPr>
            <a:xfrm>
              <a:off x="3128911" y="2934858"/>
              <a:ext cx="41457" cy="274295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3B0D3EB-8170-492A-B5BA-69DE8DC260C4}"/>
              </a:ext>
            </a:extLst>
          </p:cNvPr>
          <p:cNvGrpSpPr/>
          <p:nvPr/>
        </p:nvGrpSpPr>
        <p:grpSpPr>
          <a:xfrm>
            <a:off x="6406375" y="1941775"/>
            <a:ext cx="4399745" cy="3161704"/>
            <a:chOff x="6406375" y="1941775"/>
            <a:chExt cx="4399745" cy="3161704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84B022A-A067-49CC-B3F1-83469957AD79}"/>
                </a:ext>
              </a:extLst>
            </p:cNvPr>
            <p:cNvCxnSpPr>
              <a:cxnSpLocks/>
            </p:cNvCxnSpPr>
            <p:nvPr/>
          </p:nvCxnSpPr>
          <p:spPr>
            <a:xfrm>
              <a:off x="6508489" y="3390725"/>
              <a:ext cx="401832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B6807F8-CD6B-4D19-9895-6EE8986EB1C9}"/>
                </a:ext>
              </a:extLst>
            </p:cNvPr>
            <p:cNvCxnSpPr>
              <a:cxnSpLocks/>
            </p:cNvCxnSpPr>
            <p:nvPr/>
          </p:nvCxnSpPr>
          <p:spPr>
            <a:xfrm>
              <a:off x="8299672" y="1941775"/>
              <a:ext cx="44717" cy="29586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1707C1E-761F-45BC-92C3-DE306CE7B8CB}"/>
                </a:ext>
              </a:extLst>
            </p:cNvPr>
            <p:cNvSpPr txBox="1"/>
            <p:nvPr/>
          </p:nvSpPr>
          <p:spPr>
            <a:xfrm>
              <a:off x="10501228" y="3009262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E577534-95B5-4717-9D82-56A8DC818CD5}"/>
                </a:ext>
              </a:extLst>
            </p:cNvPr>
            <p:cNvSpPr txBox="1"/>
            <p:nvPr/>
          </p:nvSpPr>
          <p:spPr>
            <a:xfrm>
              <a:off x="8393939" y="4734147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z</a:t>
              </a:r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61D4C3B-DED3-4F03-B4A1-70892C699167}"/>
                </a:ext>
              </a:extLst>
            </p:cNvPr>
            <p:cNvGrpSpPr/>
            <p:nvPr/>
          </p:nvGrpSpPr>
          <p:grpSpPr>
            <a:xfrm>
              <a:off x="7414221" y="4001498"/>
              <a:ext cx="444617" cy="444617"/>
              <a:chOff x="7003159" y="5071486"/>
              <a:chExt cx="444617" cy="444617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D9DC490-A662-4999-8CA2-99F0FEDC12B7}"/>
                  </a:ext>
                </a:extLst>
              </p:cNvPr>
              <p:cNvSpPr/>
              <p:nvPr/>
            </p:nvSpPr>
            <p:spPr>
              <a:xfrm>
                <a:off x="7003159" y="5071486"/>
                <a:ext cx="444617" cy="4446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1FA23B-1FFB-4E98-931B-EF4967173EED}"/>
                  </a:ext>
                </a:extLst>
              </p:cNvPr>
              <p:cNvSpPr txBox="1"/>
              <p:nvPr/>
            </p:nvSpPr>
            <p:spPr>
              <a:xfrm>
                <a:off x="7074624" y="5109128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4</a:t>
                </a:r>
              </a:p>
            </p:txBody>
          </p:sp>
        </p:grp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45B35F2C-4993-4D38-A4DF-6B7C1ADF96D9}"/>
                </a:ext>
              </a:extLst>
            </p:cNvPr>
            <p:cNvSpPr/>
            <p:nvPr/>
          </p:nvSpPr>
          <p:spPr>
            <a:xfrm>
              <a:off x="8732351" y="1987210"/>
              <a:ext cx="914400" cy="914400"/>
            </a:xfrm>
            <a:prstGeom prst="arc">
              <a:avLst>
                <a:gd name="adj1" fmla="val 7916747"/>
                <a:gd name="adj2" fmla="val 916683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A1BEFA9A-C8AC-4A64-92E3-A3768EA0A070}"/>
                </a:ext>
              </a:extLst>
            </p:cNvPr>
            <p:cNvGrpSpPr/>
            <p:nvPr/>
          </p:nvGrpSpPr>
          <p:grpSpPr>
            <a:xfrm>
              <a:off x="7615010" y="2234699"/>
              <a:ext cx="1857733" cy="1122339"/>
              <a:chOff x="7203948" y="3304687"/>
              <a:chExt cx="1857733" cy="1122339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7078FF25-04BC-454E-A01B-CB80C89F0772}"/>
                  </a:ext>
                </a:extLst>
              </p:cNvPr>
              <p:cNvSpPr/>
              <p:nvPr/>
            </p:nvSpPr>
            <p:spPr>
              <a:xfrm>
                <a:off x="8617064" y="3304687"/>
                <a:ext cx="444617" cy="4446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5B07F9C-BD02-45B4-8411-9A124FF0E89B}"/>
                  </a:ext>
                </a:extLst>
              </p:cNvPr>
              <p:cNvSpPr txBox="1"/>
              <p:nvPr/>
            </p:nvSpPr>
            <p:spPr>
              <a:xfrm>
                <a:off x="8688529" y="3342329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</a:p>
            </p:txBody>
          </p: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571AA04A-6961-4411-ABAB-84CCE5793C2E}"/>
                  </a:ext>
                </a:extLst>
              </p:cNvPr>
              <p:cNvCxnSpPr>
                <a:cxnSpLocks/>
                <a:stCxn id="37" idx="3"/>
              </p:cNvCxnSpPr>
              <p:nvPr/>
            </p:nvCxnSpPr>
            <p:spPr>
              <a:xfrm flipH="1">
                <a:off x="7949867" y="3684191"/>
                <a:ext cx="732310" cy="74283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A6C235C-9841-41BE-B4F5-87FA8F5D74F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08404" y="3600597"/>
                <a:ext cx="621086" cy="233327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C0540BB-E4C5-44E9-918D-862CCF9BF916}"/>
                      </a:ext>
                    </a:extLst>
                  </p:cNvPr>
                  <p:cNvSpPr txBox="1"/>
                  <p:nvPr/>
                </p:nvSpPr>
                <p:spPr>
                  <a:xfrm>
                    <a:off x="7203948" y="3953869"/>
                    <a:ext cx="528991" cy="30078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oMath>
                      </m:oMathPara>
                    </a14:m>
                    <a:endParaRPr lang="en-US" dirty="0">
                      <a:latin typeface="Cambria" panose="02040503050406030204" pitchFamily="18" charset="0"/>
                      <a:ea typeface="Cambria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1C0540BB-E4C5-44E9-918D-862CCF9BF9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3948" y="3953869"/>
                    <a:ext cx="528991" cy="30078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9195" b="-265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DED2714-01BE-4786-9DCE-78A802E8A216}"/>
                  </a:ext>
                </a:extLst>
              </p:cNvPr>
              <p:cNvSpPr txBox="1"/>
              <p:nvPr/>
            </p:nvSpPr>
            <p:spPr>
              <a:xfrm>
                <a:off x="8057365" y="3329732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F</a:t>
                </a:r>
                <a:r>
                  <a:rPr lang="en-US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BDE08B2D-49AA-4F5D-AD63-0641286D2C32}"/>
                  </a:ext>
                </a:extLst>
              </p:cNvPr>
              <p:cNvCxnSpPr>
                <a:cxnSpLocks/>
                <a:stCxn id="56" idx="3"/>
              </p:cNvCxnSpPr>
              <p:nvPr/>
            </p:nvCxnSpPr>
            <p:spPr>
              <a:xfrm flipV="1">
                <a:off x="7732939" y="3803820"/>
                <a:ext cx="667683" cy="3004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694E62D-2DE4-4E0D-B8FE-BFDEBEE20C7B}"/>
                </a:ext>
              </a:extLst>
            </p:cNvPr>
            <p:cNvSpPr txBox="1"/>
            <p:nvPr/>
          </p:nvSpPr>
          <p:spPr>
            <a:xfrm>
              <a:off x="6406375" y="2047057"/>
              <a:ext cx="16973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mbria" panose="02040503050406030204" pitchFamily="18" charset="0"/>
                  <a:ea typeface="Cambria" panose="02040503050406030204" pitchFamily="18" charset="0"/>
                </a:rPr>
                <a:t>Bird’s-eye view</a:t>
              </a:r>
            </a:p>
          </p:txBody>
        </p: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19A0B8C4-8033-4724-A4F6-A9D6D7507706}"/>
                </a:ext>
              </a:extLst>
            </p:cNvPr>
            <p:cNvGrpSpPr/>
            <p:nvPr/>
          </p:nvGrpSpPr>
          <p:grpSpPr>
            <a:xfrm>
              <a:off x="8071719" y="3110856"/>
              <a:ext cx="2019649" cy="888709"/>
              <a:chOff x="8071719" y="3110856"/>
              <a:chExt cx="2019649" cy="888709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AC9D064-54E8-4F63-AE4E-D73A738D0E1B}"/>
                  </a:ext>
                </a:extLst>
              </p:cNvPr>
              <p:cNvSpPr/>
              <p:nvPr/>
            </p:nvSpPr>
            <p:spPr>
              <a:xfrm>
                <a:off x="9646751" y="3157818"/>
                <a:ext cx="444617" cy="4446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32624CE-6E11-4CB6-AC7C-856516E31205}"/>
                  </a:ext>
                </a:extLst>
              </p:cNvPr>
              <p:cNvSpPr txBox="1"/>
              <p:nvPr/>
            </p:nvSpPr>
            <p:spPr>
              <a:xfrm>
                <a:off x="9722570" y="3180933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B4AFE9C-707C-4F5B-86AA-8A86C0BC6B99}"/>
                  </a:ext>
                </a:extLst>
              </p:cNvPr>
              <p:cNvSpPr txBox="1"/>
              <p:nvPr/>
            </p:nvSpPr>
            <p:spPr>
              <a:xfrm>
                <a:off x="8481265" y="3630233"/>
                <a:ext cx="10070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dirty="0">
                    <a:latin typeface="Cambria" panose="02040503050406030204" pitchFamily="18" charset="0"/>
                    <a:ea typeface="Cambria" panose="02040503050406030204" pitchFamily="18" charset="0"/>
                  </a:rPr>
                  <a:t>ϕ</a:t>
                </a:r>
                <a:r>
                  <a:rPr lang="en-US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90°</a:t>
                </a:r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id="{69A487E5-0E6E-4DB1-B60B-32E0A0200100}"/>
                  </a:ext>
                </a:extLst>
              </p:cNvPr>
              <p:cNvSpPr/>
              <p:nvPr/>
            </p:nvSpPr>
            <p:spPr>
              <a:xfrm>
                <a:off x="8071719" y="3110856"/>
                <a:ext cx="640890" cy="640890"/>
              </a:xfrm>
              <a:prstGeom prst="arc">
                <a:avLst>
                  <a:gd name="adj1" fmla="val 21464439"/>
                  <a:gd name="adj2" fmla="val 5587329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7D93C93A-E4C6-4C8B-AF35-CD7EC603D815}"/>
                </a:ext>
              </a:extLst>
            </p:cNvPr>
            <p:cNvGrpSpPr/>
            <p:nvPr/>
          </p:nvGrpSpPr>
          <p:grpSpPr>
            <a:xfrm>
              <a:off x="6723478" y="3142906"/>
              <a:ext cx="1576194" cy="682645"/>
              <a:chOff x="6723478" y="3142906"/>
              <a:chExt cx="1576194" cy="682645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8FCB887B-FEBF-4597-BC0A-E4973AD6C417}"/>
                  </a:ext>
                </a:extLst>
              </p:cNvPr>
              <p:cNvSpPr/>
              <p:nvPr/>
            </p:nvSpPr>
            <p:spPr>
              <a:xfrm>
                <a:off x="6723478" y="3142906"/>
                <a:ext cx="444617" cy="444617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BCEA9D6-2DBA-4C51-ACBC-FA8842F28820}"/>
                  </a:ext>
                </a:extLst>
              </p:cNvPr>
              <p:cNvSpPr txBox="1"/>
              <p:nvPr/>
            </p:nvSpPr>
            <p:spPr>
              <a:xfrm>
                <a:off x="6788804" y="3171621"/>
                <a:ext cx="3129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</a:p>
            </p:txBody>
          </p: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800BCE09-925B-4730-BA8D-41BD447939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5787" y="3711612"/>
                <a:ext cx="1353885" cy="565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53BD4946-5E29-4D58-AF68-376DE98F4B58}"/>
                  </a:ext>
                </a:extLst>
              </p:cNvPr>
              <p:cNvCxnSpPr>
                <a:cxnSpLocks/>
                <a:stCxn id="36" idx="4"/>
              </p:cNvCxnSpPr>
              <p:nvPr/>
            </p:nvCxnSpPr>
            <p:spPr>
              <a:xfrm>
                <a:off x="6945787" y="3587523"/>
                <a:ext cx="0" cy="23802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B67FB9E9-55D5-41C8-8CD4-41F478A70B4C}"/>
                  </a:ext>
                </a:extLst>
              </p:cNvPr>
              <p:cNvSpPr txBox="1"/>
              <p:nvPr/>
            </p:nvSpPr>
            <p:spPr>
              <a:xfrm>
                <a:off x="7452184" y="3356287"/>
                <a:ext cx="360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:r>
                  <a:rPr lang="en-US" baseline="-25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</a:t>
                </a: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7479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Ghan, Daniel G. (JSC-EG411)[ODYSSEY SPACE RESEARCH LLC]</dc:creator>
  <cp:lastModifiedBy>Daniel Ghan</cp:lastModifiedBy>
  <cp:revision>8</cp:revision>
  <dcterms:created xsi:type="dcterms:W3CDTF">2020-06-20T01:05:16Z</dcterms:created>
  <dcterms:modified xsi:type="dcterms:W3CDTF">2020-06-20T02:30:38Z</dcterms:modified>
</cp:coreProperties>
</file>