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8A5A0-9F8A-430D-AB37-F2217A6B19BE}" v="2" dt="2025-11-20T20:45:09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0" autoAdjust="0"/>
    <p:restoredTop sz="94715" autoAdjust="0"/>
  </p:normalViewPr>
  <p:slideViewPr>
    <p:cSldViewPr snapToGrid="0">
      <p:cViewPr varScale="1">
        <p:scale>
          <a:sx n="133" d="100"/>
          <a:sy n="133" d="100"/>
        </p:scale>
        <p:origin x="132" y="3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hashemi, Hirad (JSC-EG211)[Odyssey Space Research L.L.C.]" userId="6f166bae-29d5-4689-9268-b70daf30da53" providerId="ADAL" clId="{92F8A5A0-9F8A-430D-AB37-F2217A6B19BE}"/>
    <pc:docChg chg="undo custSel modSld">
      <pc:chgData name="Mirhashemi, Hirad (JSC-EG211)[Odyssey Space Research L.L.C.]" userId="6f166bae-29d5-4689-9268-b70daf30da53" providerId="ADAL" clId="{92F8A5A0-9F8A-430D-AB37-F2217A6B19BE}" dt="2025-12-02T21:45:13.315" v="2741"/>
      <pc:docMkLst>
        <pc:docMk/>
      </pc:docMkLst>
      <pc:sldChg chg="modSp mod">
        <pc:chgData name="Mirhashemi, Hirad (JSC-EG211)[Odyssey Space Research L.L.C.]" userId="6f166bae-29d5-4689-9268-b70daf30da53" providerId="ADAL" clId="{92F8A5A0-9F8A-430D-AB37-F2217A6B19BE}" dt="2025-11-20T21:10:16.722" v="1251" actId="20577"/>
        <pc:sldMkLst>
          <pc:docMk/>
          <pc:sldMk cId="0" sldId="258"/>
        </pc:sldMkLst>
        <pc:spChg chg="mod">
          <ac:chgData name="Mirhashemi, Hirad (JSC-EG211)[Odyssey Space Research L.L.C.]" userId="6f166bae-29d5-4689-9268-b70daf30da53" providerId="ADAL" clId="{92F8A5A0-9F8A-430D-AB37-F2217A6B19BE}" dt="2025-11-20T21:10:16.722" v="1251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2F8A5A0-9F8A-430D-AB37-F2217A6B19BE}" dt="2025-12-02T21:45:13.315" v="2741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92F8A5A0-9F8A-430D-AB37-F2217A6B19BE}" dt="2025-12-02T21:45:13.315" v="2741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92F8A5A0-9F8A-430D-AB37-F2217A6B19BE}" dt="2025-12-02T20:01:51.800" v="2740" actId="20577"/>
        <pc:sldMkLst>
          <pc:docMk/>
          <pc:sldMk cId="0" sldId="261"/>
        </pc:sldMkLst>
        <pc:spChg chg="mod">
          <ac:chgData name="Mirhashemi, Hirad (JSC-EG211)[Odyssey Space Research L.L.C.]" userId="6f166bae-29d5-4689-9268-b70daf30da53" providerId="ADAL" clId="{92F8A5A0-9F8A-430D-AB37-F2217A6B19BE}" dt="2025-12-02T20:01:51.800" v="2740" actId="20577"/>
          <ac:spMkLst>
            <pc:docMk/>
            <pc:sldMk cId="0" sldId="261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92F8A5A0-9F8A-430D-AB37-F2217A6B19BE}" dt="2025-11-20T17:47:33.848" v="11" actId="207"/>
          <ac:spMkLst>
            <pc:docMk/>
            <pc:sldMk cId="0" sldId="261"/>
            <ac:spMk id="109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92F8A5A0-9F8A-430D-AB37-F2217A6B19BE}" dt="2025-11-20T21:59:02.434" v="1614" actId="20577"/>
        <pc:sldMkLst>
          <pc:docMk/>
          <pc:sldMk cId="0" sldId="263"/>
        </pc:sldMkLst>
        <pc:spChg chg="add del mod">
          <ac:chgData name="Mirhashemi, Hirad (JSC-EG211)[Odyssey Space Research L.L.C.]" userId="6f166bae-29d5-4689-9268-b70daf30da53" providerId="ADAL" clId="{92F8A5A0-9F8A-430D-AB37-F2217A6B19BE}" dt="2025-11-20T20:47:47.856" v="519" actId="478"/>
          <ac:spMkLst>
            <pc:docMk/>
            <pc:sldMk cId="0" sldId="263"/>
            <ac:spMk id="2" creationId="{4DD22F46-3CB3-CA47-C16B-D51A2F715A4C}"/>
          </ac:spMkLst>
        </pc:spChg>
        <pc:spChg chg="add mod">
          <ac:chgData name="Mirhashemi, Hirad (JSC-EG211)[Odyssey Space Research L.L.C.]" userId="6f166bae-29d5-4689-9268-b70daf30da53" providerId="ADAL" clId="{92F8A5A0-9F8A-430D-AB37-F2217A6B19BE}" dt="2025-11-20T21:59:02.434" v="1614" actId="20577"/>
          <ac:spMkLst>
            <pc:docMk/>
            <pc:sldMk cId="0" sldId="263"/>
            <ac:spMk id="4" creationId="{B093DBD7-3038-6A36-2BBC-41470345567E}"/>
          </ac:spMkLst>
        </pc:spChg>
        <pc:spChg chg="mod">
          <ac:chgData name="Mirhashemi, Hirad (JSC-EG211)[Odyssey Space Research L.L.C.]" userId="6f166bae-29d5-4689-9268-b70daf30da53" providerId="ADAL" clId="{92F8A5A0-9F8A-430D-AB37-F2217A6B19BE}" dt="2025-11-20T21:08:54.155" v="1139" actId="255"/>
          <ac:spMkLst>
            <pc:docMk/>
            <pc:sldMk cId="0" sldId="263"/>
            <ac:spMk id="113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92F8A5A0-9F8A-430D-AB37-F2217A6B19BE}" dt="2025-12-02T20:01:21.492" v="2719" actId="207"/>
        <pc:sldMkLst>
          <pc:docMk/>
          <pc:sldMk cId="0" sldId="264"/>
        </pc:sldMkLst>
        <pc:spChg chg="add mod">
          <ac:chgData name="Mirhashemi, Hirad (JSC-EG211)[Odyssey Space Research L.L.C.]" userId="6f166bae-29d5-4689-9268-b70daf30da53" providerId="ADAL" clId="{92F8A5A0-9F8A-430D-AB37-F2217A6B19BE}" dt="2025-12-02T20:01:21.492" v="2719" actId="207"/>
          <ac:spMkLst>
            <pc:docMk/>
            <pc:sldMk cId="0" sldId="264"/>
            <ac:spMk id="5" creationId="{A9D3B6B8-913C-9315-FE13-2764037762C9}"/>
          </ac:spMkLst>
        </pc:spChg>
        <pc:picChg chg="add mod">
          <ac:chgData name="Mirhashemi, Hirad (JSC-EG211)[Odyssey Space Research L.L.C.]" userId="6f166bae-29d5-4689-9268-b70daf30da53" providerId="ADAL" clId="{92F8A5A0-9F8A-430D-AB37-F2217A6B19BE}" dt="2025-11-20T20:40:31.059" v="16" actId="1076"/>
          <ac:picMkLst>
            <pc:docMk/>
            <pc:sldMk cId="0" sldId="264"/>
            <ac:picMk id="3" creationId="{57E8BFA6-8829-C27F-DD28-01CD792367FA}"/>
          </ac:picMkLst>
        </pc:picChg>
      </pc:sldChg>
      <pc:sldChg chg="modSp mod">
        <pc:chgData name="Mirhashemi, Hirad (JSC-EG211)[Odyssey Space Research L.L.C.]" userId="6f166bae-29d5-4689-9268-b70daf30da53" providerId="ADAL" clId="{92F8A5A0-9F8A-430D-AB37-F2217A6B19BE}" dt="2025-12-02T15:08:53.766" v="2717" actId="20577"/>
        <pc:sldMkLst>
          <pc:docMk/>
          <pc:sldMk cId="0" sldId="267"/>
        </pc:sldMkLst>
        <pc:spChg chg="mod">
          <ac:chgData name="Mirhashemi, Hirad (JSC-EG211)[Odyssey Space Research L.L.C.]" userId="6f166bae-29d5-4689-9268-b70daf30da53" providerId="ADAL" clId="{92F8A5A0-9F8A-430D-AB37-F2217A6B19BE}" dt="2025-12-02T15:08:53.766" v="2717" actId="20577"/>
          <ac:spMkLst>
            <pc:docMk/>
            <pc:sldMk cId="0" sldId="267"/>
            <ac:spMk id="120" creationId="{00000000-0000-0000-0000-000000000000}"/>
          </ac:spMkLst>
        </pc:spChg>
      </pc:sldChg>
    </pc:docChg>
  </pc:docChgLst>
  <pc:docChgLst>
    <pc:chgData name="Mirhashemi, Hirad (JSC-EG211)[Odyssey Space Research L.L.C.]" userId="6f166bae-29d5-4689-9268-b70daf30da53" providerId="ADAL" clId="{A9702FF1-608D-4A08-8F39-5199F78843AB}"/>
    <pc:docChg chg="undo custSel modSld modMainMaster">
      <pc:chgData name="Mirhashemi, Hirad (JSC-EG211)[Odyssey Space Research L.L.C.]" userId="6f166bae-29d5-4689-9268-b70daf30da53" providerId="ADAL" clId="{A9702FF1-608D-4A08-8F39-5199F78843AB}" dt="2025-09-29T15:20:48.459" v="956" actId="114"/>
      <pc:docMkLst>
        <pc:docMk/>
      </pc:docMkLst>
      <pc:sldChg chg="modSp mod">
        <pc:chgData name="Mirhashemi, Hirad (JSC-EG211)[Odyssey Space Research L.L.C.]" userId="6f166bae-29d5-4689-9268-b70daf30da53" providerId="ADAL" clId="{A9702FF1-608D-4A08-8F39-5199F78843AB}" dt="2025-09-25T15:39:58.012" v="9" actId="20577"/>
        <pc:sldMkLst>
          <pc:docMk/>
          <pc:sldMk cId="0" sldId="256"/>
        </pc:sldMkLst>
        <pc:spChg chg="mod">
          <ac:chgData name="Mirhashemi, Hirad (JSC-EG211)[Odyssey Space Research L.L.C.]" userId="6f166bae-29d5-4689-9268-b70daf30da53" providerId="ADAL" clId="{A9702FF1-608D-4A08-8F39-5199F78843AB}" dt="2025-09-25T15:39:58.012" v="9" actId="20577"/>
          <ac:spMkLst>
            <pc:docMk/>
            <pc:sldMk cId="0" sldId="256"/>
            <ac:spMk id="9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A9702FF1-608D-4A08-8F39-5199F78843AB}" dt="2025-09-25T15:45:54.653" v="172" actId="20577"/>
        <pc:sldMkLst>
          <pc:docMk/>
          <pc:sldMk cId="0" sldId="258"/>
        </pc:sldMkLst>
        <pc:spChg chg="mod">
          <ac:chgData name="Mirhashemi, Hirad (JSC-EG211)[Odyssey Space Research L.L.C.]" userId="6f166bae-29d5-4689-9268-b70daf30da53" providerId="ADAL" clId="{A9702FF1-608D-4A08-8F39-5199F78843AB}" dt="2025-09-25T15:45:54.653" v="172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A9702FF1-608D-4A08-8F39-5199F78843AB}" dt="2025-09-25T15:50:33.263" v="233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A9702FF1-608D-4A08-8F39-5199F78843AB}" dt="2025-09-25T15:50:33.263" v="233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A9702FF1-608D-4A08-8F39-5199F78843AB}" dt="2025-09-29T15:13:22.070" v="798" actId="14"/>
        <pc:sldMkLst>
          <pc:docMk/>
          <pc:sldMk cId="0" sldId="260"/>
        </pc:sldMkLst>
        <pc:spChg chg="mod">
          <ac:chgData name="Mirhashemi, Hirad (JSC-EG211)[Odyssey Space Research L.L.C.]" userId="6f166bae-29d5-4689-9268-b70daf30da53" providerId="ADAL" clId="{A9702FF1-608D-4A08-8F39-5199F78843AB}" dt="2025-09-29T15:13:22.070" v="798" actId="14"/>
          <ac:spMkLst>
            <pc:docMk/>
            <pc:sldMk cId="0" sldId="260"/>
            <ac:spMk id="3" creationId="{C6FE64F0-D7B7-CD7F-636E-B49063B2BD46}"/>
          </ac:spMkLst>
        </pc:spChg>
      </pc:sldChg>
      <pc:sldChg chg="modSp mod">
        <pc:chgData name="Mirhashemi, Hirad (JSC-EG211)[Odyssey Space Research L.L.C.]" userId="6f166bae-29d5-4689-9268-b70daf30da53" providerId="ADAL" clId="{A9702FF1-608D-4A08-8F39-5199F78843AB}" dt="2025-09-29T15:15:25.349" v="918" actId="207"/>
        <pc:sldMkLst>
          <pc:docMk/>
          <pc:sldMk cId="0" sldId="261"/>
        </pc:sldMkLst>
        <pc:spChg chg="mod">
          <ac:chgData name="Mirhashemi, Hirad (JSC-EG211)[Odyssey Space Research L.L.C.]" userId="6f166bae-29d5-4689-9268-b70daf30da53" providerId="ADAL" clId="{A9702FF1-608D-4A08-8F39-5199F78843AB}" dt="2025-09-29T15:15:25.349" v="918" actId="207"/>
          <ac:spMkLst>
            <pc:docMk/>
            <pc:sldMk cId="0" sldId="261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A9702FF1-608D-4A08-8F39-5199F78843AB}" dt="2025-09-29T15:15:16.632" v="917" actId="20577"/>
          <ac:spMkLst>
            <pc:docMk/>
            <pc:sldMk cId="0" sldId="261"/>
            <ac:spMk id="109" creationId="{00000000-0000-0000-0000-000000000000}"/>
          </ac:spMkLst>
        </pc:spChg>
      </pc:sldChg>
      <pc:sldChg chg="delSp modSp mod">
        <pc:chgData name="Mirhashemi, Hirad (JSC-EG211)[Odyssey Space Research L.L.C.]" userId="6f166bae-29d5-4689-9268-b70daf30da53" providerId="ADAL" clId="{A9702FF1-608D-4A08-8F39-5199F78843AB}" dt="2025-09-29T15:20:48.459" v="956" actId="114"/>
        <pc:sldMkLst>
          <pc:docMk/>
          <pc:sldMk cId="0" sldId="263"/>
        </pc:sldMkLst>
        <pc:spChg chg="del mod">
          <ac:chgData name="Mirhashemi, Hirad (JSC-EG211)[Odyssey Space Research L.L.C.]" userId="6f166bae-29d5-4689-9268-b70daf30da53" providerId="ADAL" clId="{A9702FF1-608D-4A08-8F39-5199F78843AB}" dt="2025-09-25T16:38:33.965" v="791" actId="478"/>
          <ac:spMkLst>
            <pc:docMk/>
            <pc:sldMk cId="0" sldId="263"/>
            <ac:spMk id="3" creationId="{83FF4BBB-E12C-B133-EFF0-D88AF635FD5C}"/>
          </ac:spMkLst>
        </pc:spChg>
        <pc:spChg chg="mod">
          <ac:chgData name="Mirhashemi, Hirad (JSC-EG211)[Odyssey Space Research L.L.C.]" userId="6f166bae-29d5-4689-9268-b70daf30da53" providerId="ADAL" clId="{A9702FF1-608D-4A08-8F39-5199F78843AB}" dt="2025-09-29T15:20:48.459" v="956" actId="114"/>
          <ac:spMkLst>
            <pc:docMk/>
            <pc:sldMk cId="0" sldId="263"/>
            <ac:spMk id="113" creationId="{00000000-0000-0000-0000-000000000000}"/>
          </ac:spMkLst>
        </pc:spChg>
      </pc:sldChg>
      <pc:sldChg chg="delSp mod">
        <pc:chgData name="Mirhashemi, Hirad (JSC-EG211)[Odyssey Space Research L.L.C.]" userId="6f166bae-29d5-4689-9268-b70daf30da53" providerId="ADAL" clId="{A9702FF1-608D-4A08-8F39-5199F78843AB}" dt="2025-09-25T16:36:53.624" v="649" actId="478"/>
        <pc:sldMkLst>
          <pc:docMk/>
          <pc:sldMk cId="0" sldId="264"/>
        </pc:sldMkLst>
        <pc:picChg chg="del">
          <ac:chgData name="Mirhashemi, Hirad (JSC-EG211)[Odyssey Space Research L.L.C.]" userId="6f166bae-29d5-4689-9268-b70daf30da53" providerId="ADAL" clId="{A9702FF1-608D-4A08-8F39-5199F78843AB}" dt="2025-09-25T16:36:53.624" v="649" actId="478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A9702FF1-608D-4A08-8F39-5199F78843AB}" dt="2025-09-25T16:37:31.514" v="694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A9702FF1-608D-4A08-8F39-5199F78843AB}" dt="2025-09-25T16:37:31.514" v="694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A9702FF1-608D-4A08-8F39-5199F78843AB}" dt="2025-09-25T16:38:21.764" v="789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A9702FF1-608D-4A08-8F39-5199F78843AB}" dt="2025-09-25T16:38:21.764" v="789" actId="20577"/>
          <ac:spMkLst>
            <pc:docMk/>
            <pc:sldMk cId="0" sldId="266"/>
            <ac:spMk id="118" creationId="{00000000-0000-0000-0000-000000000000}"/>
          </ac:spMkLst>
        </pc:spChg>
      </pc:sldChg>
      <pc:sldMasterChg chg="modSp mod">
        <pc:chgData name="Mirhashemi, Hirad (JSC-EG211)[Odyssey Space Research L.L.C.]" userId="6f166bae-29d5-4689-9268-b70daf30da53" providerId="ADAL" clId="{A9702FF1-608D-4A08-8F39-5199F78843AB}" dt="2025-09-25T15:40:09.005" v="20" actId="20577"/>
        <pc:sldMasterMkLst>
          <pc:docMk/>
          <pc:sldMasterMk cId="0" sldId="2147483648"/>
        </pc:sldMasterMkLst>
        <pc:spChg chg="mod">
          <ac:chgData name="Mirhashemi, Hirad (JSC-EG211)[Odyssey Space Research L.L.C.]" userId="6f166bae-29d5-4689-9268-b70daf30da53" providerId="ADAL" clId="{A9702FF1-608D-4A08-8F39-5199F78843AB}" dt="2025-09-25T15:40:09.005" v="20" actId="20577"/>
          <ac:spMkLst>
            <pc:docMk/>
            <pc:sldMasterMk cId="0" sldId="2147483648"/>
            <ac:spMk id="5" creationId="{00000000-0000-0000-0000-000000000000}"/>
          </ac:spMkLst>
        </pc:spChg>
      </pc:sldMasterChg>
    </pc:docChg>
  </pc:docChgLst>
  <pc:docChgLst>
    <pc:chgData name="Mirhashemi, Hirad (JSC-EG211)[Odyssey Space Research L.L.C.]" userId="6f166bae-29d5-4689-9268-b70daf30da53" providerId="ADAL" clId="{E2BFDAB3-287B-4D75-9276-432F011E1A02}"/>
    <pc:docChg chg="undo custSel addSld delSld modSld addMainMaster delMainMaster modMainMaster">
      <pc:chgData name="Mirhashemi, Hirad (JSC-EG211)[Odyssey Space Research L.L.C.]" userId="6f166bae-29d5-4689-9268-b70daf30da53" providerId="ADAL" clId="{E2BFDAB3-287B-4D75-9276-432F011E1A02}" dt="2025-09-16T16:28:13.323" v="2979" actId="20577"/>
      <pc:docMkLst>
        <pc:docMk/>
      </pc:docMkLst>
      <pc:sldChg chg="modSp mod">
        <pc:chgData name="Mirhashemi, Hirad (JSC-EG211)[Odyssey Space Research L.L.C.]" userId="6f166bae-29d5-4689-9268-b70daf30da53" providerId="ADAL" clId="{E2BFDAB3-287B-4D75-9276-432F011E1A02}" dt="2025-08-05T19:53:04.963" v="1363" actId="12"/>
        <pc:sldMkLst>
          <pc:docMk/>
          <pc:sldMk cId="0" sldId="257"/>
        </pc:sldMkLst>
        <pc:spChg chg="mod">
          <ac:chgData name="Mirhashemi, Hirad (JSC-EG211)[Odyssey Space Research L.L.C.]" userId="6f166bae-29d5-4689-9268-b70daf30da53" providerId="ADAL" clId="{E2BFDAB3-287B-4D75-9276-432F011E1A02}" dt="2025-08-05T19:53:04.963" v="1363" actId="12"/>
          <ac:spMkLst>
            <pc:docMk/>
            <pc:sldMk cId="0" sldId="257"/>
            <ac:spMk id="100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E2BFDAB3-287B-4D75-9276-432F011E1A02}" dt="2025-08-06T19:46:11.141" v="2892" actId="20577"/>
        <pc:sldMkLst>
          <pc:docMk/>
          <pc:sldMk cId="0" sldId="258"/>
        </pc:sldMkLst>
        <pc:spChg chg="add">
          <ac:chgData name="Mirhashemi, Hirad (JSC-EG211)[Odyssey Space Research L.L.C.]" userId="6f166bae-29d5-4689-9268-b70daf30da53" providerId="ADAL" clId="{E2BFDAB3-287B-4D75-9276-432F011E1A02}" dt="2025-08-05T16:52:33.088" v="119"/>
          <ac:spMkLst>
            <pc:docMk/>
            <pc:sldMk cId="0" sldId="258"/>
            <ac:spMk id="2" creationId="{9F4C2F6B-FC72-4F57-2BBF-B5FD88EB7603}"/>
          </ac:spMkLst>
        </pc:spChg>
        <pc:spChg chg="add">
          <ac:chgData name="Mirhashemi, Hirad (JSC-EG211)[Odyssey Space Research L.L.C.]" userId="6f166bae-29d5-4689-9268-b70daf30da53" providerId="ADAL" clId="{E2BFDAB3-287B-4D75-9276-432F011E1A02}" dt="2025-08-05T16:52:35.610" v="120"/>
          <ac:spMkLst>
            <pc:docMk/>
            <pc:sldMk cId="0" sldId="258"/>
            <ac:spMk id="3" creationId="{AA39A193-3432-5A46-5DF5-4861D633AF08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9:46:11.141" v="2892" actId="2057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9-16T14:56:37.670" v="2896" actId="20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E2BFDAB3-287B-4D75-9276-432F011E1A02}" dt="2025-09-16T14:56:37.670" v="2896" actId="207"/>
          <ac:spMkLst>
            <pc:docMk/>
            <pc:sldMk cId="0" sldId="259"/>
            <ac:spMk id="104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9-16T15:06:27.175" v="2900" actId="207"/>
        <pc:sldMkLst>
          <pc:docMk/>
          <pc:sldMk cId="0" sldId="260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9:57:12.505" v="1382" actId="478"/>
          <ac:spMkLst>
            <pc:docMk/>
            <pc:sldMk cId="0" sldId="260"/>
            <ac:spMk id="2" creationId="{C7A26915-AF35-3612-B1F2-DA37A446711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9-16T15:06:27.175" v="2900" actId="207"/>
          <ac:spMkLst>
            <pc:docMk/>
            <pc:sldMk cId="0" sldId="260"/>
            <ac:spMk id="3" creationId="{C6FE64F0-D7B7-CD7F-636E-B49063B2BD46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28.315" v="1508" actId="478"/>
          <ac:spMkLst>
            <pc:docMk/>
            <pc:sldMk cId="0" sldId="260"/>
            <ac:spMk id="5" creationId="{39BCF973-CFA2-5512-A2C5-E2009DD2DF1E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1:52:51.530" v="2090" actId="478"/>
          <ac:spMkLst>
            <pc:docMk/>
            <pc:sldMk cId="0" sldId="260"/>
            <ac:spMk id="7" creationId="{E57878F2-7D17-6E01-6A80-49B1D3FF8799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21:52:44.981" v="2089"/>
          <ac:spMkLst>
            <pc:docMk/>
            <pc:sldMk cId="0" sldId="260"/>
            <ac:spMk id="8" creationId="{14494E48-DB1A-4A7A-4862-6A20B23C709A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02:39.183" v="1510" actId="478"/>
          <ac:spMkLst>
            <pc:docMk/>
            <pc:sldMk cId="0" sldId="260"/>
            <ac:spMk id="106" creationId="{00000000-0000-0000-0000-000000000000}"/>
          </ac:spMkLst>
        </pc:spChg>
      </pc:sldChg>
      <pc:sldChg chg="addSp delSp modSp mod chgLayout">
        <pc:chgData name="Mirhashemi, Hirad (JSC-EG211)[Odyssey Space Research L.L.C.]" userId="6f166bae-29d5-4689-9268-b70daf30da53" providerId="ADAL" clId="{E2BFDAB3-287B-4D75-9276-432F011E1A02}" dt="2025-09-16T15:07:34.418" v="2912" actId="20577"/>
        <pc:sldMkLst>
          <pc:docMk/>
          <pc:sldMk cId="0" sldId="261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2" creationId="{D96EB3A6-1296-014D-A6C1-89C64011A46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3" creationId="{E012A89F-9819-AE0E-38AD-5763BF76AD58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8:36:14.788" v="962" actId="478"/>
          <ac:spMkLst>
            <pc:docMk/>
            <pc:sldMk cId="0" sldId="261"/>
            <ac:spMk id="5" creationId="{CC256801-C436-A3C1-C08F-75F59154293D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8-05T18:34:40.287" v="947" actId="6264"/>
          <ac:spMkLst>
            <pc:docMk/>
            <pc:sldMk cId="0" sldId="261"/>
            <ac:spMk id="107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9-16T15:07:34.418" v="2912" actId="20577"/>
          <ac:spMkLst>
            <pc:docMk/>
            <pc:sldMk cId="0" sldId="261"/>
            <ac:spMk id="108" creationId="{00000000-0000-0000-0000-000000000000}"/>
          </ac:spMkLst>
        </pc:spChg>
        <pc:spChg chg="mod ord">
          <ac:chgData name="Mirhashemi, Hirad (JSC-EG211)[Odyssey Space Research L.L.C.]" userId="6f166bae-29d5-4689-9268-b70daf30da53" providerId="ADAL" clId="{E2BFDAB3-287B-4D75-9276-432F011E1A02}" dt="2025-09-16T15:07:03.214" v="2909" actId="20577"/>
          <ac:spMkLst>
            <pc:docMk/>
            <pc:sldMk cId="0" sldId="261"/>
            <ac:spMk id="109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5T21:47:33.117" v="2006" actId="20577"/>
        <pc:sldMkLst>
          <pc:docMk/>
          <pc:sldMk cId="0" sldId="263"/>
        </pc:sldMkLst>
        <pc:spChg chg="mod">
          <ac:chgData name="Mirhashemi, Hirad (JSC-EG211)[Odyssey Space Research L.L.C.]" userId="6f166bae-29d5-4689-9268-b70daf30da53" providerId="ADAL" clId="{E2BFDAB3-287B-4D75-9276-432F011E1A02}" dt="2025-08-05T21:47:33.117" v="2006" actId="20577"/>
          <ac:spMkLst>
            <pc:docMk/>
            <pc:sldMk cId="0" sldId="263"/>
            <ac:spMk id="113" creationId="{00000000-0000-0000-0000-000000000000}"/>
          </ac:spMkLst>
        </pc:spChg>
      </pc:sldChg>
      <pc:sldChg chg="addSp delSp modSp mod">
        <pc:chgData name="Mirhashemi, Hirad (JSC-EG211)[Odyssey Space Research L.L.C.]" userId="6f166bae-29d5-4689-9268-b70daf30da53" providerId="ADAL" clId="{E2BFDAB3-287B-4D75-9276-432F011E1A02}" dt="2025-08-06T16:31:46.723" v="2431" actId="1076"/>
        <pc:sldMkLst>
          <pc:docMk/>
          <pc:sldMk cId="0" sldId="264"/>
        </pc:sldMkLst>
        <pc:picChg chg="add del mod">
          <ac:chgData name="Mirhashemi, Hirad (JSC-EG211)[Odyssey Space Research L.L.C.]" userId="6f166bae-29d5-4689-9268-b70daf30da53" providerId="ADAL" clId="{E2BFDAB3-287B-4D75-9276-432F011E1A02}" dt="2025-08-06T16:31:37.113" v="2427" actId="478"/>
          <ac:picMkLst>
            <pc:docMk/>
            <pc:sldMk cId="0" sldId="264"/>
            <ac:picMk id="3" creationId="{4D8A5364-FEC8-28B3-09B6-2B1DE4B49698}"/>
          </ac:picMkLst>
        </pc:picChg>
        <pc:picChg chg="add mod">
          <ac:chgData name="Mirhashemi, Hirad (JSC-EG211)[Odyssey Space Research L.L.C.]" userId="6f166bae-29d5-4689-9268-b70daf30da53" providerId="ADAL" clId="{E2BFDAB3-287B-4D75-9276-432F011E1A02}" dt="2025-08-06T16:31:46.723" v="2431" actId="1076"/>
          <ac:picMkLst>
            <pc:docMk/>
            <pc:sldMk cId="0" sldId="264"/>
            <ac:picMk id="5" creationId="{E9C070B0-BD0E-79D2-B6D4-FE60778D12D0}"/>
          </ac:picMkLst>
        </pc:picChg>
        <pc:picChg chg="add del mod">
          <ac:chgData name="Mirhashemi, Hirad (JSC-EG211)[Odyssey Space Research L.L.C.]" userId="6f166bae-29d5-4689-9268-b70daf30da53" providerId="ADAL" clId="{E2BFDAB3-287B-4D75-9276-432F011E1A02}" dt="2025-08-06T16:31:18.163" v="2421" actId="478"/>
          <ac:picMkLst>
            <pc:docMk/>
            <pc:sldMk cId="0" sldId="264"/>
            <ac:picMk id="7" creationId="{B8052D3A-96F0-290A-CD6C-B536009779EE}"/>
          </ac:picMkLst>
        </pc:picChg>
        <pc:picChg chg="add mod ord">
          <ac:chgData name="Mirhashemi, Hirad (JSC-EG211)[Odyssey Space Research L.L.C.]" userId="6f166bae-29d5-4689-9268-b70daf30da53" providerId="ADAL" clId="{E2BFDAB3-287B-4D75-9276-432F011E1A02}" dt="2025-08-06T16:31:35.311" v="2426" actId="167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E2BFDAB3-287B-4D75-9276-432F011E1A02}" dt="2025-09-16T16:27:57.061" v="2976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E2BFDAB3-287B-4D75-9276-432F011E1A02}" dt="2025-09-16T16:27:57.061" v="2976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9-16T16:28:13.323" v="2979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E2BFDAB3-287B-4D75-9276-432F011E1A02}" dt="2025-08-06T15:32:00.972" v="2124" actId="20577"/>
          <ac:spMkLst>
            <pc:docMk/>
            <pc:sldMk cId="0" sldId="266"/>
            <ac:spMk id="117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9-16T16:28:13.323" v="2979" actId="20577"/>
          <ac:spMkLst>
            <pc:docMk/>
            <pc:sldMk cId="0" sldId="266"/>
            <ac:spMk id="118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E2BFDAB3-287B-4D75-9276-432F011E1A02}" dt="2025-08-06T15:32:57.457" v="2211" actId="20577"/>
        <pc:sldMkLst>
          <pc:docMk/>
          <pc:sldMk cId="0" sldId="267"/>
        </pc:sldMkLst>
        <pc:spChg chg="mod">
          <ac:chgData name="Mirhashemi, Hirad (JSC-EG211)[Odyssey Space Research L.L.C.]" userId="6f166bae-29d5-4689-9268-b70daf30da53" providerId="ADAL" clId="{E2BFDAB3-287B-4D75-9276-432F011E1A02}" dt="2025-08-06T15:32:57.457" v="2211" actId="20577"/>
          <ac:spMkLst>
            <pc:docMk/>
            <pc:sldMk cId="0" sldId="267"/>
            <ac:spMk id="120" creationId="{00000000-0000-0000-0000-000000000000}"/>
          </ac:spMkLst>
        </pc:spChg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17:52:58.927" v="809" actId="2890"/>
        <pc:sldMkLst>
          <pc:docMk/>
          <pc:sldMk cId="640637334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2:53.310" v="801" actId="478"/>
          <ac:spMkLst>
            <pc:docMk/>
            <pc:sldMk cId="640637334" sldId="268"/>
            <ac:spMk id="3" creationId="{CDFA8863-74BC-C33F-282D-4144410FBD7B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7.346" v="806" actId="478"/>
          <ac:spMkLst>
            <pc:docMk/>
            <pc:sldMk cId="640637334" sldId="268"/>
            <ac:spMk id="5" creationId="{E56B2C01-BBE8-C012-0AC2-CDCC4504E5CF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2:58.534" v="808"/>
          <ac:spMkLst>
            <pc:docMk/>
            <pc:sldMk cId="640637334" sldId="268"/>
            <ac:spMk id="108" creationId="{00000000-0000-0000-0000-000000000000}"/>
          </ac:spMkLst>
        </pc:spChg>
      </pc:sldChg>
      <pc:sldChg chg="new del">
        <pc:chgData name="Mirhashemi, Hirad (JSC-EG211)[Odyssey Space Research L.L.C.]" userId="6f166bae-29d5-4689-9268-b70daf30da53" providerId="ADAL" clId="{E2BFDAB3-287B-4D75-9276-432F011E1A02}" dt="2025-08-05T17:54:02.730" v="827" actId="47"/>
        <pc:sldMkLst>
          <pc:docMk/>
          <pc:sldMk cId="3017205509" sldId="268"/>
        </pc:sldMkLst>
      </pc:sldChg>
      <pc:sldChg chg="addSp delSp modSp add del mod">
        <pc:chgData name="Mirhashemi, Hirad (JSC-EG211)[Odyssey Space Research L.L.C.]" userId="6f166bae-29d5-4689-9268-b70daf30da53" providerId="ADAL" clId="{E2BFDAB3-287B-4D75-9276-432F011E1A02}" dt="2025-08-05T20:48:11.928" v="1789" actId="2696"/>
        <pc:sldMkLst>
          <pc:docMk/>
          <pc:sldMk cId="3336341149" sldId="268"/>
        </pc:sldMkLst>
        <pc:spChg chg="add del mod">
          <ac:chgData name="Mirhashemi, Hirad (JSC-EG211)[Odyssey Space Research L.L.C.]" userId="6f166bae-29d5-4689-9268-b70daf30da53" providerId="ADAL" clId="{E2BFDAB3-287B-4D75-9276-432F011E1A02}" dt="2025-08-05T17:58:56.316" v="912" actId="478"/>
          <ac:spMkLst>
            <pc:docMk/>
            <pc:sldMk cId="3336341149" sldId="268"/>
            <ac:spMk id="3" creationId="{DDA79372-2B86-E3D7-18D4-1AC8958F7F1D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44:58.950" v="1676" actId="20577"/>
          <ac:spMkLst>
            <pc:docMk/>
            <pc:sldMk cId="3336341149" sldId="268"/>
            <ac:spMk id="108" creationId="{00000000-0000-0000-0000-000000000000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17:59:02.063" v="915" actId="20577"/>
          <ac:spMkLst>
            <pc:docMk/>
            <pc:sldMk cId="3336341149" sldId="268"/>
            <ac:spMk id="109" creationId="{00000000-0000-0000-0000-000000000000}"/>
          </ac:spMkLst>
        </pc:spChg>
      </pc:sldChg>
      <pc:sldChg chg="modSp add del mod">
        <pc:chgData name="Mirhashemi, Hirad (JSC-EG211)[Odyssey Space Research L.L.C.]" userId="6f166bae-29d5-4689-9268-b70daf30da53" providerId="ADAL" clId="{E2BFDAB3-287B-4D75-9276-432F011E1A02}" dt="2025-08-05T20:44:02.967" v="1658" actId="2696"/>
        <pc:sldMkLst>
          <pc:docMk/>
          <pc:sldMk cId="3244620982" sldId="269"/>
        </pc:sldMkLst>
        <pc:spChg chg="mod">
          <ac:chgData name="Mirhashemi, Hirad (JSC-EG211)[Odyssey Space Research L.L.C.]" userId="6f166bae-29d5-4689-9268-b70daf30da53" providerId="ADAL" clId="{E2BFDAB3-287B-4D75-9276-432F011E1A02}" dt="2025-08-05T20:04:46.652" v="1551" actId="20577"/>
          <ac:spMkLst>
            <pc:docMk/>
            <pc:sldMk cId="3244620982" sldId="269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5T20:04:59.110" v="1556" actId="14"/>
          <ac:spMkLst>
            <pc:docMk/>
            <pc:sldMk cId="3244620982" sldId="269"/>
            <ac:spMk id="109" creationId="{00000000-0000-0000-0000-000000000000}"/>
          </ac:spMkLst>
        </pc:spChg>
      </pc:sldChg>
      <pc:sldMasterChg chg="addSp delSp modSp mod modSldLayout">
        <pc:chgData name="Mirhashemi, Hirad (JSC-EG211)[Odyssey Space Research L.L.C.]" userId="6f166bae-29d5-4689-9268-b70daf30da53" providerId="ADAL" clId="{E2BFDAB3-287B-4D75-9276-432F011E1A02}" dt="2025-08-06T18:55:55.663" v="2519" actId="20577"/>
        <pc:sldMasterMkLst>
          <pc:docMk/>
          <pc:sldMasterMk cId="0" sldId="2147483648"/>
        </pc:sldMasterMkLst>
        <pc:spChg chg="mod ord">
          <ac:chgData name="Mirhashemi, Hirad (JSC-EG211)[Odyssey Space Research L.L.C.]" userId="6f166bae-29d5-4689-9268-b70daf30da53" providerId="ADAL" clId="{E2BFDAB3-287B-4D75-9276-432F011E1A02}" dt="2025-08-06T18:55:55.663" v="2519" actId="20577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E2BFDAB3-287B-4D75-9276-432F011E1A02}" dt="2025-08-06T16:33:21.948" v="2516" actId="20577"/>
          <ac:spMkLst>
            <pc:docMk/>
            <pc:sldMasterMk cId="0" sldId="2147483648"/>
            <ac:spMk id="6" creationId="{00000000-0000-0000-0000-000000000000}"/>
          </ac:spMkLst>
        </pc:spChg>
        <pc:spChg chg="del mod">
          <ac:chgData name="Mirhashemi, Hirad (JSC-EG211)[Odyssey Space Research L.L.C.]" userId="6f166bae-29d5-4689-9268-b70daf30da53" providerId="ADAL" clId="{E2BFDAB3-287B-4D75-9276-432F011E1A02}" dt="2025-08-05T19:27:15.876" v="1203" actId="478"/>
          <ac:spMkLst>
            <pc:docMk/>
            <pc:sldMasterMk cId="0" sldId="2147483648"/>
            <ac:spMk id="8" creationId="{00000000-0000-0000-0000-000000000000}"/>
          </ac:spMkLst>
        </pc:spChg>
        <pc:spChg chg="add mod">
          <ac:chgData name="Mirhashemi, Hirad (JSC-EG211)[Odyssey Space Research L.L.C.]" userId="6f166bae-29d5-4689-9268-b70daf30da53" providerId="ADAL" clId="{E2BFDAB3-287B-4D75-9276-432F011E1A02}" dt="2025-08-05T19:33:17.806" v="1289" actId="767"/>
          <ac:spMkLst>
            <pc:docMk/>
            <pc:sldMasterMk cId="0" sldId="2147483648"/>
            <ac:spMk id="9" creationId="{A51A3C18-6813-1DDE-7121-7EFA5E05573C}"/>
          </ac:spMkLst>
        </pc:spChg>
        <pc:spChg chg="add del mod">
          <ac:chgData name="Mirhashemi, Hirad (JSC-EG211)[Odyssey Space Research L.L.C.]" userId="6f166bae-29d5-4689-9268-b70daf30da53" providerId="ADAL" clId="{E2BFDAB3-287B-4D75-9276-432F011E1A02}" dt="2025-08-05T20:40:57.420" v="1625" actId="478"/>
          <ac:spMkLst>
            <pc:docMk/>
            <pc:sldMasterMk cId="0" sldId="2147483648"/>
            <ac:spMk id="10" creationId="{24DB2BE0-514C-B9CE-4D8E-EC7CAF0B34B9}"/>
          </ac:spMkLst>
        </pc:spChg>
        <pc:sldLayoutChg chg="modSp mod">
          <pc:chgData name="Mirhashemi, Hirad (JSC-EG211)[Odyssey Space Research L.L.C.]" userId="6f166bae-29d5-4689-9268-b70daf30da53" providerId="ADAL" clId="{E2BFDAB3-287B-4D75-9276-432F011E1A02}" dt="2025-08-05T19:30:03.701" v="1249" actId="20577"/>
          <pc:sldLayoutMkLst>
            <pc:docMk/>
            <pc:sldMasterMk cId="0" sldId="2147483648"/>
            <pc:sldLayoutMk cId="0" sldId="2147483650"/>
          </pc:sldLayoutMkLst>
          <pc:spChg chg="mod">
            <ac:chgData name="Mirhashemi, Hirad (JSC-EG211)[Odyssey Space Research L.L.C.]" userId="6f166bae-29d5-4689-9268-b70daf30da53" providerId="ADAL" clId="{E2BFDAB3-287B-4D75-9276-432F011E1A02}" dt="2025-08-05T19:30:03.701" v="1249" actId="20577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</pc:sldLayoutChg>
        <pc:sldLayoutChg chg="addSp delSp modSp mod">
          <pc:chgData name="Mirhashemi, Hirad (JSC-EG211)[Odyssey Space Research L.L.C.]" userId="6f166bae-29d5-4689-9268-b70daf30da53" providerId="ADAL" clId="{E2BFDAB3-287B-4D75-9276-432F011E1A02}" dt="2025-08-05T20:13:33.052" v="1618" actId="478"/>
          <pc:sldLayoutMkLst>
            <pc:docMk/>
            <pc:sldMasterMk cId="0" sldId="2147483648"/>
            <pc:sldLayoutMk cId="0" sldId="2147483651"/>
          </pc:sldLayoutMkLst>
          <pc:spChg chg="add del mod">
            <ac:chgData name="Mirhashemi, Hirad (JSC-EG211)[Odyssey Space Research L.L.C.]" userId="6f166bae-29d5-4689-9268-b70daf30da53" providerId="ADAL" clId="{E2BFDAB3-287B-4D75-9276-432F011E1A02}" dt="2025-08-05T20:13:33.052" v="1618" actId="478"/>
            <ac:spMkLst>
              <pc:docMk/>
              <pc:sldMasterMk cId="0" sldId="2147483648"/>
              <pc:sldLayoutMk cId="0" sldId="2147483651"/>
              <ac:spMk id="3" creationId="{1CE5ED50-33FC-7009-FEFA-19BB642C2C3A}"/>
            </ac:spMkLst>
          </pc:spChg>
          <pc:spChg chg="add del mod">
            <ac:chgData name="Mirhashemi, Hirad (JSC-EG211)[Odyssey Space Research L.L.C.]" userId="6f166bae-29d5-4689-9268-b70daf30da53" providerId="ADAL" clId="{E2BFDAB3-287B-4D75-9276-432F011E1A02}" dt="2025-08-05T19:52:31.488" v="1359" actId="478"/>
            <ac:spMkLst>
              <pc:docMk/>
              <pc:sldMasterMk cId="0" sldId="2147483648"/>
              <pc:sldLayoutMk cId="0" sldId="2147483651"/>
              <ac:spMk id="10" creationId="{00000000-0000-0000-0000-000000000000}"/>
            </ac:spMkLst>
          </pc:spChg>
        </pc:sldLayoutChg>
      </pc:sldMasterChg>
      <pc:sldMasterChg chg="modSp">
        <pc:chgData name="Mirhashemi, Hirad (JSC-EG211)[Odyssey Space Research L.L.C.]" userId="6f166bae-29d5-4689-9268-b70daf30da53" providerId="ADAL" clId="{E2BFDAB3-287B-4D75-9276-432F011E1A02}" dt="2025-08-05T19:17:43.569" v="1089" actId="20577"/>
        <pc:sldMasterMkLst>
          <pc:docMk/>
          <pc:sldMasterMk cId="95852377" sldId="2147483674"/>
        </pc:sldMasterMkLst>
        <pc:spChg chg="mod">
          <ac:chgData name="Mirhashemi, Hirad (JSC-EG211)[Odyssey Space Research L.L.C.]" userId="6f166bae-29d5-4689-9268-b70daf30da53" providerId="ADAL" clId="{E2BFDAB3-287B-4D75-9276-432F011E1A02}" dt="2025-08-05T19:17:43.569" v="1089" actId="20577"/>
          <ac:spMkLst>
            <pc:docMk/>
            <pc:sldMasterMk cId="95852377" sldId="2147483674"/>
            <ac:spMk id="8" creationId="{00000000-0000-0000-0000-000000000000}"/>
          </ac:spMkLst>
        </pc:spChg>
      </pc:sldMasterChg>
      <pc:sldMasterChg chg="new del mod addSldLayout">
        <pc:chgData name="Mirhashemi, Hirad (JSC-EG211)[Odyssey Space Research L.L.C.]" userId="6f166bae-29d5-4689-9268-b70daf30da53" providerId="ADAL" clId="{E2BFDAB3-287B-4D75-9276-432F011E1A02}" dt="2025-08-05T20:41:26.792" v="1628" actId="2696"/>
        <pc:sldMasterMkLst>
          <pc:docMk/>
          <pc:sldMasterMk cId="3716476896" sldId="2147483674"/>
        </pc:sldMasterMkLst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188381" sldId="2147483675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487546376" sldId="2147483676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66729760" sldId="2147483677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678056093" sldId="2147483678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949463508" sldId="2147483679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812375913" sldId="2147483680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2422614103" sldId="2147483681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292114645" sldId="2147483682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218569316" sldId="2147483683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1025604196" sldId="2147483684"/>
          </pc:sldLayoutMkLst>
        </pc:sldLayoutChg>
        <pc:sldLayoutChg chg="new replId">
          <pc:chgData name="Mirhashemi, Hirad (JSC-EG211)[Odyssey Space Research L.L.C.]" userId="6f166bae-29d5-4689-9268-b70daf30da53" providerId="ADAL" clId="{E2BFDAB3-287B-4D75-9276-432F011E1A02}" dt="2025-08-05T20:15:48.505" v="1624" actId="6938"/>
          <pc:sldLayoutMkLst>
            <pc:docMk/>
            <pc:sldMasterMk cId="3716476896" sldId="2147483674"/>
            <pc:sldLayoutMk cId="3419385318" sldId="2147483685"/>
          </pc:sldLayoutMkLst>
        </pc:sldLayoutChg>
      </pc:sldMasterChg>
      <pc:sldMasterChg chg="add del mod addSldLayout modSldLayout">
        <pc:chgData name="Mirhashemi, Hirad (JSC-EG211)[Odyssey Space Research L.L.C.]" userId="6f166bae-29d5-4689-9268-b70daf30da53" providerId="ADAL" clId="{E2BFDAB3-287B-4D75-9276-432F011E1A02}" dt="2025-08-05T20:41:08.448" v="1627" actId="2696"/>
        <pc:sldMasterMkLst>
          <pc:docMk/>
          <pc:sldMasterMk cId="44366847" sldId="2147483686"/>
        </pc:sldMasterMkLst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553000517" sldId="214748368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328542705" sldId="2147483688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2145339772" sldId="2147483689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890872" sldId="2147483690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718901194" sldId="2147483691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87627176" sldId="2147483692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84115538" sldId="2147483693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460528961" sldId="2147483694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9408855" sldId="2147483695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3167406421" sldId="2147483696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589472099" sldId="2147483697"/>
          </pc:sldLayoutMkLst>
        </pc:sldLayoutChg>
        <pc:sldLayoutChg chg="add mod replId">
          <pc:chgData name="Mirhashemi, Hirad (JSC-EG211)[Odyssey Space Research L.L.C.]" userId="6f166bae-29d5-4689-9268-b70daf30da53" providerId="ADAL" clId="{E2BFDAB3-287B-4D75-9276-432F011E1A02}" dt="2025-08-05T20:41:05.173" v="1626" actId="2890"/>
          <pc:sldLayoutMkLst>
            <pc:docMk/>
            <pc:sldMasterMk cId="44366847" sldId="2147483686"/>
            <pc:sldLayoutMk cId="1882037461" sldId="2147483698"/>
          </pc:sldLayoutMkLst>
        </pc:sldLayoutChg>
      </pc:sldMasterChg>
    </pc:docChg>
  </pc:docChgLst>
  <pc:docChgLst>
    <pc:chgData name="Mirhashemi, Hirad (JSC-EG211)[Odyssey Space Research L.L.C.]" userId="6f166bae-29d5-4689-9268-b70daf30da53" providerId="ADAL" clId="{1DEA61CD-CF1D-44FF-9A34-B52FB1F40A85}"/>
    <pc:docChg chg="undo custSel modSld modMainMaster">
      <pc:chgData name="Mirhashemi, Hirad (JSC-EG211)[Odyssey Space Research L.L.C.]" userId="6f166bae-29d5-4689-9268-b70daf30da53" providerId="ADAL" clId="{1DEA61CD-CF1D-44FF-9A34-B52FB1F40A85}" dt="2025-09-25T15:31:02.694" v="1047" actId="20577"/>
      <pc:docMkLst>
        <pc:docMk/>
      </pc:docMkLst>
      <pc:sldChg chg="modSp mod">
        <pc:chgData name="Mirhashemi, Hirad (JSC-EG211)[Odyssey Space Research L.L.C.]" userId="6f166bae-29d5-4689-9268-b70daf30da53" providerId="ADAL" clId="{1DEA61CD-CF1D-44FF-9A34-B52FB1F40A85}" dt="2025-09-23T20:09:25.585" v="11" actId="20577"/>
        <pc:sldMkLst>
          <pc:docMk/>
          <pc:sldMk cId="0" sldId="256"/>
        </pc:sldMkLst>
        <pc:spChg chg="mod">
          <ac:chgData name="Mirhashemi, Hirad (JSC-EG211)[Odyssey Space Research L.L.C.]" userId="6f166bae-29d5-4689-9268-b70daf30da53" providerId="ADAL" clId="{1DEA61CD-CF1D-44FF-9A34-B52FB1F40A85}" dt="2025-09-23T20:09:25.585" v="11" actId="20577"/>
          <ac:spMkLst>
            <pc:docMk/>
            <pc:sldMk cId="0" sldId="256"/>
            <ac:spMk id="9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3T20:30:38.881" v="411" actId="207"/>
        <pc:sldMkLst>
          <pc:docMk/>
          <pc:sldMk cId="0" sldId="258"/>
        </pc:sldMkLst>
        <pc:spChg chg="mod">
          <ac:chgData name="Mirhashemi, Hirad (JSC-EG211)[Odyssey Space Research L.L.C.]" userId="6f166bae-29d5-4689-9268-b70daf30da53" providerId="ADAL" clId="{1DEA61CD-CF1D-44FF-9A34-B52FB1F40A85}" dt="2025-09-23T20:30:38.881" v="411" actId="207"/>
          <ac:spMkLst>
            <pc:docMk/>
            <pc:sldMk cId="0" sldId="258"/>
            <ac:spMk id="102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5T15:31:02.694" v="1047" actId="20577"/>
        <pc:sldMkLst>
          <pc:docMk/>
          <pc:sldMk cId="0" sldId="259"/>
        </pc:sldMkLst>
        <pc:spChg chg="mod">
          <ac:chgData name="Mirhashemi, Hirad (JSC-EG211)[Odyssey Space Research L.L.C.]" userId="6f166bae-29d5-4689-9268-b70daf30da53" providerId="ADAL" clId="{1DEA61CD-CF1D-44FF-9A34-B52FB1F40A85}" dt="2025-09-25T15:31:02.694" v="1047" actId="20577"/>
          <ac:spMkLst>
            <pc:docMk/>
            <pc:sldMk cId="0" sldId="259"/>
            <ac:spMk id="104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5T14:26:23.858" v="1003" actId="20577"/>
        <pc:sldMkLst>
          <pc:docMk/>
          <pc:sldMk cId="0" sldId="260"/>
        </pc:sldMkLst>
        <pc:spChg chg="mod">
          <ac:chgData name="Mirhashemi, Hirad (JSC-EG211)[Odyssey Space Research L.L.C.]" userId="6f166bae-29d5-4689-9268-b70daf30da53" providerId="ADAL" clId="{1DEA61CD-CF1D-44FF-9A34-B52FB1F40A85}" dt="2025-09-25T14:26:23.858" v="1003" actId="20577"/>
          <ac:spMkLst>
            <pc:docMk/>
            <pc:sldMk cId="0" sldId="260"/>
            <ac:spMk id="3" creationId="{C6FE64F0-D7B7-CD7F-636E-B49063B2BD46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5T14:27:36.692" v="1005" actId="207"/>
        <pc:sldMkLst>
          <pc:docMk/>
          <pc:sldMk cId="0" sldId="261"/>
        </pc:sldMkLst>
        <pc:spChg chg="mod">
          <ac:chgData name="Mirhashemi, Hirad (JSC-EG211)[Odyssey Space Research L.L.C.]" userId="6f166bae-29d5-4689-9268-b70daf30da53" providerId="ADAL" clId="{1DEA61CD-CF1D-44FF-9A34-B52FB1F40A85}" dt="2025-09-25T14:27:24.526" v="1004" actId="207"/>
          <ac:spMkLst>
            <pc:docMk/>
            <pc:sldMk cId="0" sldId="261"/>
            <ac:spMk id="108" creationId="{00000000-0000-0000-0000-000000000000}"/>
          </ac:spMkLst>
        </pc:spChg>
        <pc:spChg chg="mod">
          <ac:chgData name="Mirhashemi, Hirad (JSC-EG211)[Odyssey Space Research L.L.C.]" userId="6f166bae-29d5-4689-9268-b70daf30da53" providerId="ADAL" clId="{1DEA61CD-CF1D-44FF-9A34-B52FB1F40A85}" dt="2025-09-25T14:27:36.692" v="1005" actId="207"/>
          <ac:spMkLst>
            <pc:docMk/>
            <pc:sldMk cId="0" sldId="261"/>
            <ac:spMk id="109" creationId="{00000000-0000-0000-0000-000000000000}"/>
          </ac:spMkLst>
        </pc:spChg>
      </pc:sldChg>
      <pc:sldChg chg="addSp modSp mod">
        <pc:chgData name="Mirhashemi, Hirad (JSC-EG211)[Odyssey Space Research L.L.C.]" userId="6f166bae-29d5-4689-9268-b70daf30da53" providerId="ADAL" clId="{1DEA61CD-CF1D-44FF-9A34-B52FB1F40A85}" dt="2025-09-23T20:42:51.846" v="831" actId="207"/>
        <pc:sldMkLst>
          <pc:docMk/>
          <pc:sldMk cId="0" sldId="263"/>
        </pc:sldMkLst>
        <pc:spChg chg="add mod">
          <ac:chgData name="Mirhashemi, Hirad (JSC-EG211)[Odyssey Space Research L.L.C.]" userId="6f166bae-29d5-4689-9268-b70daf30da53" providerId="ADAL" clId="{1DEA61CD-CF1D-44FF-9A34-B52FB1F40A85}" dt="2025-09-23T20:42:40.524" v="830" actId="1037"/>
          <ac:spMkLst>
            <pc:docMk/>
            <pc:sldMk cId="0" sldId="263"/>
            <ac:spMk id="3" creationId="{83FF4BBB-E12C-B133-EFF0-D88AF635FD5C}"/>
          </ac:spMkLst>
        </pc:spChg>
        <pc:spChg chg="mod">
          <ac:chgData name="Mirhashemi, Hirad (JSC-EG211)[Odyssey Space Research L.L.C.]" userId="6f166bae-29d5-4689-9268-b70daf30da53" providerId="ADAL" clId="{1DEA61CD-CF1D-44FF-9A34-B52FB1F40A85}" dt="2025-09-23T20:42:51.846" v="831" actId="207"/>
          <ac:spMkLst>
            <pc:docMk/>
            <pc:sldMk cId="0" sldId="263"/>
            <ac:spMk id="113" creationId="{00000000-0000-0000-0000-000000000000}"/>
          </ac:spMkLst>
        </pc:spChg>
      </pc:sldChg>
      <pc:sldChg chg="delSp modSp mod">
        <pc:chgData name="Mirhashemi, Hirad (JSC-EG211)[Odyssey Space Research L.L.C.]" userId="6f166bae-29d5-4689-9268-b70daf30da53" providerId="ADAL" clId="{1DEA61CD-CF1D-44FF-9A34-B52FB1F40A85}" dt="2025-09-23T20:45:02.921" v="838" actId="1076"/>
        <pc:sldMkLst>
          <pc:docMk/>
          <pc:sldMk cId="0" sldId="264"/>
        </pc:sldMkLst>
        <pc:picChg chg="del">
          <ac:chgData name="Mirhashemi, Hirad (JSC-EG211)[Odyssey Space Research L.L.C.]" userId="6f166bae-29d5-4689-9268-b70daf30da53" providerId="ADAL" clId="{1DEA61CD-CF1D-44FF-9A34-B52FB1F40A85}" dt="2025-09-23T20:44:56.765" v="834" actId="478"/>
          <ac:picMkLst>
            <pc:docMk/>
            <pc:sldMk cId="0" sldId="264"/>
            <ac:picMk id="5" creationId="{E9C070B0-BD0E-79D2-B6D4-FE60778D12D0}"/>
          </ac:picMkLst>
        </pc:picChg>
        <pc:picChg chg="mod">
          <ac:chgData name="Mirhashemi, Hirad (JSC-EG211)[Odyssey Space Research L.L.C.]" userId="6f166bae-29d5-4689-9268-b70daf30da53" providerId="ADAL" clId="{1DEA61CD-CF1D-44FF-9A34-B52FB1F40A85}" dt="2025-09-23T20:45:02.921" v="838" actId="1076"/>
          <ac:picMkLst>
            <pc:docMk/>
            <pc:sldMk cId="0" sldId="264"/>
            <ac:picMk id="9" creationId="{7845BCF5-4E50-012B-A383-97639172684F}"/>
          </ac:picMkLst>
        </pc:picChg>
      </pc:sldChg>
      <pc:sldChg chg="modSp mod">
        <pc:chgData name="Mirhashemi, Hirad (JSC-EG211)[Odyssey Space Research L.L.C.]" userId="6f166bae-29d5-4689-9268-b70daf30da53" providerId="ADAL" clId="{1DEA61CD-CF1D-44FF-9A34-B52FB1F40A85}" dt="2025-09-23T20:45:52.092" v="950" actId="20577"/>
        <pc:sldMkLst>
          <pc:docMk/>
          <pc:sldMk cId="0" sldId="265"/>
        </pc:sldMkLst>
        <pc:spChg chg="mod">
          <ac:chgData name="Mirhashemi, Hirad (JSC-EG211)[Odyssey Space Research L.L.C.]" userId="6f166bae-29d5-4689-9268-b70daf30da53" providerId="ADAL" clId="{1DEA61CD-CF1D-44FF-9A34-B52FB1F40A85}" dt="2025-09-23T20:45:52.092" v="950" actId="20577"/>
          <ac:spMkLst>
            <pc:docMk/>
            <pc:sldMk cId="0" sldId="265"/>
            <ac:spMk id="116" creationId="{00000000-0000-0000-0000-000000000000}"/>
          </ac:spMkLst>
        </pc:spChg>
      </pc:sldChg>
      <pc:sldChg chg="modSp mod">
        <pc:chgData name="Mirhashemi, Hirad (JSC-EG211)[Odyssey Space Research L.L.C.]" userId="6f166bae-29d5-4689-9268-b70daf30da53" providerId="ADAL" clId="{1DEA61CD-CF1D-44FF-9A34-B52FB1F40A85}" dt="2025-09-23T20:46:10.416" v="965" actId="20577"/>
        <pc:sldMkLst>
          <pc:docMk/>
          <pc:sldMk cId="0" sldId="266"/>
        </pc:sldMkLst>
        <pc:spChg chg="mod">
          <ac:chgData name="Mirhashemi, Hirad (JSC-EG211)[Odyssey Space Research L.L.C.]" userId="6f166bae-29d5-4689-9268-b70daf30da53" providerId="ADAL" clId="{1DEA61CD-CF1D-44FF-9A34-B52FB1F40A85}" dt="2025-09-23T20:46:10.416" v="965" actId="20577"/>
          <ac:spMkLst>
            <pc:docMk/>
            <pc:sldMk cId="0" sldId="266"/>
            <ac:spMk id="118" creationId="{00000000-0000-0000-0000-000000000000}"/>
          </ac:spMkLst>
        </pc:spChg>
      </pc:sldChg>
      <pc:sldMasterChg chg="modSp mod">
        <pc:chgData name="Mirhashemi, Hirad (JSC-EG211)[Odyssey Space Research L.L.C.]" userId="6f166bae-29d5-4689-9268-b70daf30da53" providerId="ADAL" clId="{1DEA61CD-CF1D-44FF-9A34-B52FB1F40A85}" dt="2025-09-25T14:33:40.788" v="1017" actId="20577"/>
        <pc:sldMasterMkLst>
          <pc:docMk/>
          <pc:sldMasterMk cId="0" sldId="2147483648"/>
        </pc:sldMasterMkLst>
        <pc:spChg chg="mod">
          <ac:chgData name="Mirhashemi, Hirad (JSC-EG211)[Odyssey Space Research L.L.C.]" userId="6f166bae-29d5-4689-9268-b70daf30da53" providerId="ADAL" clId="{1DEA61CD-CF1D-44FF-9A34-B52FB1F40A85}" dt="2025-09-25T14:33:40.788" v="1017" actId="20577"/>
          <ac:spMkLst>
            <pc:docMk/>
            <pc:sldMasterMk cId="0" sldId="2147483648"/>
            <ac:spMk id="5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7863" y="828675"/>
            <a:ext cx="7275512" cy="4092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>
              <a:buNone/>
            </a:pPr>
            <a:fld id="{31C97FCD-0B7D-48EB-B144-F2E92E5975D0}" type="slidenum">
              <a:rPr lang="en-US" sz="1400" b="0" strike="noStrike" spc="-1" smtClean="0">
                <a:latin typeface="Times New Roman"/>
              </a:rPr>
              <a:t>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4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080" y="5485680"/>
            <a:ext cx="5032154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  ANTARES Model V&amp;V</a:t>
            </a:r>
            <a:r>
              <a:rPr lang="en-US" sz="1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Math Utils — Hirad Mirhashemi</a:t>
            </a:r>
            <a:endParaRPr lang="en-US" sz="11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800" indent="0" algn="l" defTabSz="914400" rtl="0" eaLnBrk="1" latinLnBrk="0" hangingPunct="1">
        <a:lnSpc>
          <a:spcPct val="90000"/>
        </a:lnSpc>
        <a:spcBef>
          <a:spcPts val="1000"/>
        </a:spcBef>
        <a:buSzPct val="75000"/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V&amp;V Results for Math Utils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Hirad Mirhashemi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12/2/2025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12/2/2025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Provide independent mathematical utilities intended for use across multiple models.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Used by multiple models for specific tools.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Each utility has its own assumptions or limitations, refer to documentation for this.</a:t>
            </a:r>
            <a:endParaRPr lang="en-US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cml/models/utilities/</a:t>
            </a:r>
            <a:r>
              <a:rPr lang="en-US" sz="1800" b="0" strike="noStrike" spc="-1" dirty="0" err="1">
                <a:latin typeface="Times New Roman"/>
              </a:rPr>
              <a:t>math_utils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  <a:endParaRPr lang="en-US" sz="1800" b="0" strike="noStrike" spc="-1" dirty="0">
              <a:solidFill>
                <a:schemeClr val="tx1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!7450 Improved numerical stability and error checking, and general cleanup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!6771 Added more numerical methods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70C0"/>
                </a:solidFill>
                <a:latin typeface="Times New Roman"/>
              </a:rPr>
              <a:t>!6758 JEOD to CML message handler updates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!6353 Added inertial-VNC frame transformation, more vector/matrix utilities, quadratic and ellipsoid intersection solvers, numerical methods, and std::array overloaded operators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!5558 Improve error checking for frame transformations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70C0"/>
                </a:solidFill>
                <a:latin typeface="Times New Roman"/>
              </a:rPr>
              <a:t>!5245 Added matrix utilities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70C0"/>
                </a:solidFill>
                <a:latin typeface="Times New Roman"/>
              </a:rPr>
              <a:t>!5034 Added planet-fixed to ENU transformation and back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70C0"/>
                </a:solidFill>
                <a:latin typeface="Times New Roman"/>
              </a:rPr>
              <a:t>!4682 Added compute unit vector derivative</a:t>
            </a:r>
            <a:endParaRPr lang="en-US" sz="1800" b="0" strike="noStrike" spc="-1" dirty="0">
              <a:solidFill>
                <a:srgbClr val="0070C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>
                <a:solidFill>
                  <a:srgbClr val="0070C0"/>
                </a:solidFill>
                <a:latin typeface="Times New Roman"/>
              </a:rPr>
              <a:t>04e909526b18d4da408887c80259a8eb2d447ab2</a:t>
            </a:r>
            <a:endParaRPr lang="en-US" sz="1800" b="0" strike="noStrike" spc="-1" dirty="0">
              <a:solidFill>
                <a:srgbClr val="0070C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E64F0-D7B7-CD7F-636E-B49063B2BD46}"/>
              </a:ext>
            </a:extLst>
          </p:cNvPr>
          <p:cNvSpPr txBox="1"/>
          <p:nvPr/>
        </p:nvSpPr>
        <p:spPr>
          <a:xfrm>
            <a:off x="87422" y="921716"/>
            <a:ext cx="2776722" cy="2430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Code Dependencies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JEOD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Quat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CML</a:t>
            </a:r>
          </a:p>
          <a:p>
            <a:pPr marL="1143000" lvl="2" indent="-228600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CMLMessage</a:t>
            </a:r>
            <a:endParaRPr lang="en-US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b="0" i="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Documentation (docs/)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cml.sty</a:t>
            </a:r>
            <a:endParaRPr lang="en-US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math_utils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.pdf</a:t>
            </a:r>
            <a:endParaRPr lang="en-US" sz="14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math_utils.tex</a:t>
            </a: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math_utils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_presentation.pptx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math_utils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_presentation.pdf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Headers (include/)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ellipsoid_intersection.hh</a:t>
            </a:r>
            <a:endParaRPr lang="en-US" sz="1400" kern="100" dirty="0">
              <a:solidFill>
                <a:srgbClr val="0070C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math_utils_</a:t>
            </a:r>
            <a:r>
              <a:rPr lang="en-US" sz="1400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private.hh</a:t>
            </a:r>
            <a:endParaRPr lang="en-US" sz="1400" kern="100" dirty="0">
              <a:solidFill>
                <a:srgbClr val="0070C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math_utils.hh</a:t>
            </a:r>
            <a:endParaRPr lang="en-US" sz="1400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quadratic_solver.hh</a:t>
            </a:r>
            <a:endParaRPr lang="en-US" sz="1400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std_array_ops.hh</a:t>
            </a:r>
            <a:endParaRPr lang="en-US" sz="1400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Source code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src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math_utils.cc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quadratic_solver.cc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361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Verification (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SIM_cholesky_decomposition</a:t>
            </a:r>
            <a:endParaRPr lang="en-US" sz="14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SIM_ellipsoid</a:t>
            </a:r>
            <a:endParaRPr lang="en-US" sz="1400" kern="100" dirty="0">
              <a:solidFill>
                <a:srgbClr val="0070C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SIM_std_array_ops</a:t>
            </a:r>
            <a:endParaRPr lang="en-US" sz="1400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SIM_unit_math_utils</a:t>
            </a:r>
            <a:endParaRPr lang="en-US" sz="1400" kern="100" dirty="0">
              <a:solidFill>
                <a:srgbClr val="0070C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SIM_unit_math_utils_private</a:t>
            </a:r>
            <a:endParaRPr lang="en-US" sz="1400" kern="1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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Validation (validation/)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None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endParaRPr lang="en-US" sz="12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endParaRPr lang="en-US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19" y="1005480"/>
            <a:ext cx="4140763" cy="42834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i="1" strike="noStrike" spc="-1" dirty="0" err="1">
                <a:solidFill>
                  <a:srgbClr val="000000"/>
                </a:solidFill>
                <a:latin typeface="Times New Roman"/>
              </a:rPr>
              <a:t>MathUtils</a:t>
            </a: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class</a:t>
            </a:r>
            <a:endParaRPr lang="en-US" sz="2200" b="0" strike="noStrike" spc="-1" dirty="0">
              <a:latin typeface="Times New Roman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Most capabilities are static methods grouped into the following: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Frame Transformation methods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Numerical methods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Protected methods (public interfaces to the private methods in </a:t>
            </a:r>
            <a:r>
              <a:rPr lang="en-US" sz="1600" i="1" kern="100" dirty="0" err="1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MathUtilsPrivate</a:t>
            </a:r>
            <a:r>
              <a:rPr 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Vector and Matrix methods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Calculus methods</a:t>
            </a: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r>
              <a:rPr lang="en-US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Geometric methods</a:t>
            </a:r>
            <a:endParaRPr lang="en-US" sz="1600" kern="100" dirty="0">
              <a:solidFill>
                <a:srgbClr val="0070C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 3" panose="05040102010807070707" pitchFamily="18" charset="2"/>
              <a:buChar char=""/>
              <a:tabLst>
                <a:tab pos="1371600" algn="l"/>
              </a:tabLst>
            </a:pPr>
            <a:endParaRPr lang="en-US" sz="1500" kern="100" dirty="0">
              <a:solidFill>
                <a:schemeClr val="tx1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3DBD7-3038-6A36-2BBC-41470345567E}"/>
              </a:ext>
            </a:extLst>
          </p:cNvPr>
          <p:cNvSpPr txBox="1"/>
          <p:nvPr/>
        </p:nvSpPr>
        <p:spPr>
          <a:xfrm>
            <a:off x="4802277" y="1005480"/>
            <a:ext cx="482199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i="1" spc="-1" dirty="0" err="1">
                <a:solidFill>
                  <a:srgbClr val="000000"/>
                </a:solidFill>
                <a:latin typeface="Times New Roman"/>
              </a:rPr>
              <a:t>MathUtilsPrivate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class </a:t>
            </a:r>
            <a:endParaRPr lang="en-US" sz="2200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600" kern="0" spc="-1" dirty="0">
                <a:solidFill>
                  <a:srgbClr val="000000"/>
                </a:solidFill>
                <a:latin typeface="Times New Roman"/>
              </a:rPr>
              <a:t>Contains private methods defined in a separate file to encapsulate implementations</a:t>
            </a:r>
          </a:p>
          <a:p>
            <a:pPr marL="864000" lvl="1" indent="-324000" algn="just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600" spc="-1" dirty="0">
                <a:solidFill>
                  <a:srgbClr val="000000"/>
                </a:solidFill>
                <a:latin typeface="Times New Roman"/>
              </a:rPr>
              <a:t>Privately inherited by </a:t>
            </a:r>
            <a:r>
              <a:rPr lang="en-US" sz="1600" i="1" spc="-1" dirty="0" err="1">
                <a:solidFill>
                  <a:srgbClr val="000000"/>
                </a:solidFill>
                <a:latin typeface="Times New Roman"/>
              </a:rPr>
              <a:t>MathUtils</a:t>
            </a:r>
            <a:endParaRPr lang="en-US" sz="1600" i="1" spc="-1" dirty="0">
              <a:solidFill>
                <a:srgbClr val="00000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i="1" spc="-1" dirty="0" err="1">
                <a:solidFill>
                  <a:srgbClr val="000000"/>
                </a:solidFill>
                <a:latin typeface="Times New Roman"/>
              </a:rPr>
              <a:t>QuadraticSolver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class </a:t>
            </a:r>
            <a:endParaRPr lang="en-US" sz="2200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600" kern="0" spc="-1" dirty="0">
                <a:solidFill>
                  <a:srgbClr val="000000"/>
                </a:solidFill>
                <a:latin typeface="Times New Roman"/>
              </a:rPr>
              <a:t>Reuseable quadratic solver with flexible initialization for varying coefficients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i="1" spc="-1" dirty="0" err="1">
                <a:solidFill>
                  <a:srgbClr val="000000"/>
                </a:solidFill>
                <a:latin typeface="Times New Roman"/>
              </a:rPr>
              <a:t>EllipsoidIntersection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class </a:t>
            </a:r>
            <a:endParaRPr lang="en-US" sz="2200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600" kern="0" spc="-1" dirty="0">
                <a:solidFill>
                  <a:srgbClr val="000000"/>
                </a:solidFill>
                <a:latin typeface="Times New Roman"/>
              </a:rPr>
              <a:t>Reuseable intersection solver for varying lines with a fixed ellipsoid geometry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Global std::array overloaded operators</a:t>
            </a:r>
            <a:endParaRPr lang="en-US" sz="2200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  <p:pic>
        <p:nvPicPr>
          <p:cNvPr id="3" name="Picture 2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57E8BFA6-8829-C27F-DD28-01CD79236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3242"/>
            <a:ext cx="10077450" cy="31728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D3B6B8-913C-9315-FE13-2764037762C9}"/>
              </a:ext>
            </a:extLst>
          </p:cNvPr>
          <p:cNvSpPr txBox="1"/>
          <p:nvPr/>
        </p:nvSpPr>
        <p:spPr>
          <a:xfrm>
            <a:off x="1152525" y="4625721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800" algn="ctr">
              <a:spcBef>
                <a:spcPts val="357"/>
              </a:spcBef>
              <a:buClr>
                <a:srgbClr val="000000"/>
              </a:buClr>
              <a:buSzPct val="45000"/>
            </a:pPr>
            <a:r>
              <a:rPr lang="en-US" sz="1800" b="1" strike="noStrike" spc="-1" dirty="0">
                <a:solidFill>
                  <a:srgbClr val="FF0000"/>
                </a:solidFill>
                <a:highlight>
                  <a:srgbClr val="FFFF00"/>
                </a:highlight>
                <a:latin typeface="Times New Roman"/>
              </a:rPr>
              <a:t>Only exceptions are to some deprecated aliased methods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Used by multiple models for specific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Verification: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SIM_cholesky_decomposition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SIM_ellipsoid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SIM_std_array_ops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SIM_unit_math_utils</a:t>
            </a: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SIM_unit_math_utils_private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 algn="l" rtl="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kern="1200" spc="-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+mj-cs"/>
              </a:rPr>
              <a:t>See model documentation, chapter 5</a:t>
            </a:r>
            <a:endParaRPr lang="en-US" sz="1800" dirty="0">
              <a:effectLst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>
                <a:latin typeface="Times New Roman"/>
              </a:rPr>
              <a:t>Remove deprecated content after a reasonable timeframe</a:t>
            </a:r>
            <a:endParaRPr lang="en-US" sz="2200" b="0" strike="noStrike" spc="-1" dirty="0">
              <a:latin typeface="Times New Roman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6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is_within_range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(replaced with </a:t>
            </a:r>
            <a:r>
              <a:rPr lang="en-US" sz="16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is_within_abs_tolerance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1600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600" i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sqrt </a:t>
            </a:r>
            <a:r>
              <a:rPr lang="en-US" sz="16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(aliased to </a:t>
            </a:r>
            <a:r>
              <a:rPr lang="en-US" sz="1600" i="1" kern="100" dirty="0" err="1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sqrt_protected</a:t>
            </a:r>
            <a:r>
              <a:rPr lang="en-US" sz="16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1600" i="1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"/>
              <a:tabLst>
                <a:tab pos="914400" algn="l"/>
              </a:tabLst>
            </a:pPr>
            <a:r>
              <a:rPr lang="en-US" sz="16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piecewise_sqrt</a:t>
            </a:r>
            <a:r>
              <a:rPr lang="en-US" sz="16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(aliased to </a:t>
            </a:r>
            <a:r>
              <a:rPr lang="en-US" sz="16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vector_elementwise_sqrt</a:t>
            </a:r>
            <a:r>
              <a:rPr lang="en-US" sz="1600" kern="1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200" i="1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005d458-45be-48ae-8140-d43da96dd17b}" enabled="0" method="" siteId="{7005d458-45be-48ae-8140-d43da96dd17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4391</TotalTime>
  <Words>569</Words>
  <Application>Microsoft Office PowerPoint</Application>
  <PresentationFormat>Custom</PresentationFormat>
  <Paragraphs>104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Mirhashemi, Hirad (JSC-EG211)[Odyssey Space Research L.L.C.]</dc:creator>
  <dc:description/>
  <cp:lastModifiedBy>Mirhashemi, Hirad (JSC-EG211)[Odyssey Space Research L.L.C.]</cp:lastModifiedBy>
  <cp:revision>10</cp:revision>
  <dcterms:created xsi:type="dcterms:W3CDTF">2024-02-20T08:36:01Z</dcterms:created>
  <dcterms:modified xsi:type="dcterms:W3CDTF">2025-12-02T21:45:13Z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