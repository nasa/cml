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A61CD-CF1D-44FF-9A34-B52FB1F40A85}" v="1" dt="2025-09-23T20:44:54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6" autoAdjust="0"/>
    <p:restoredTop sz="94694"/>
  </p:normalViewPr>
  <p:slideViewPr>
    <p:cSldViewPr snapToGrid="0">
      <p:cViewPr varScale="1">
        <p:scale>
          <a:sx n="131" d="100"/>
          <a:sy n="131" d="100"/>
        </p:scale>
        <p:origin x="15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hashemi, Hirad (JSC-EG211)[Odyssey Space Research L.L.C.]" userId="6f166bae-29d5-4689-9268-b70daf30da53" providerId="ADAL" clId="{E2BFDAB3-287B-4D75-9276-432F011E1A02}"/>
    <pc:docChg chg="undo custSel addSld delSld modSld addMainMaster delMainMaster modMainMaster">
      <pc:chgData name="Mirhashemi, Hirad (JSC-EG211)[Odyssey Space Research L.L.C.]" userId="6f166bae-29d5-4689-9268-b70daf30da53" providerId="ADAL" clId="{E2BFDAB3-287B-4D75-9276-432F011E1A02}" dt="2025-09-16T16:28:13.323" v="2979" actId="20577"/>
      <pc:docMkLst>
        <pc:docMk/>
      </pc:docMkLst>
      <pc:sldChg chg="modSp mod">
        <pc:chgData name="Mirhashemi, Hirad (JSC-EG211)[Odyssey Space Research L.L.C.]" userId="6f166bae-29d5-4689-9268-b70daf30da53" providerId="ADAL" clId="{E2BFDAB3-287B-4D75-9276-432F011E1A02}" dt="2025-08-05T19:53:04.963" v="1363" actId="12"/>
        <pc:sldMkLst>
          <pc:docMk/>
          <pc:sldMk cId="0" sldId="257"/>
        </pc:sldMkLst>
        <pc:spChg chg="mod">
          <ac:chgData name="Mirhashemi, Hirad (JSC-EG211)[Odyssey Space Research L.L.C.]" userId="6f166bae-29d5-4689-9268-b70daf30da53" providerId="ADAL" clId="{E2BFDAB3-287B-4D75-9276-432F011E1A02}" dt="2025-08-05T19:53:04.963" v="1363" actId="12"/>
          <ac:spMkLst>
            <pc:docMk/>
            <pc:sldMk cId="0" sldId="257"/>
            <ac:spMk id="100" creationId="{00000000-0000-0000-0000-000000000000}"/>
          </ac:spMkLst>
        </pc:spChg>
      </pc:sldChg>
      <pc:sldChg chg="addSp modSp mod">
        <pc:chgData name="Mirhashemi, Hirad (JSC-EG211)[Odyssey Space Research L.L.C.]" userId="6f166bae-29d5-4689-9268-b70daf30da53" providerId="ADAL" clId="{E2BFDAB3-287B-4D75-9276-432F011E1A02}" dt="2025-08-06T19:46:11.141" v="2892" actId="20577"/>
        <pc:sldMkLst>
          <pc:docMk/>
          <pc:sldMk cId="0" sldId="258"/>
        </pc:sldMkLst>
        <pc:spChg chg="add">
          <ac:chgData name="Mirhashemi, Hirad (JSC-EG211)[Odyssey Space Research L.L.C.]" userId="6f166bae-29d5-4689-9268-b70daf30da53" providerId="ADAL" clId="{E2BFDAB3-287B-4D75-9276-432F011E1A02}" dt="2025-08-05T16:52:33.088" v="119"/>
          <ac:spMkLst>
            <pc:docMk/>
            <pc:sldMk cId="0" sldId="258"/>
            <ac:spMk id="2" creationId="{9F4C2F6B-FC72-4F57-2BBF-B5FD88EB7603}"/>
          </ac:spMkLst>
        </pc:spChg>
        <pc:spChg chg="add">
          <ac:chgData name="Mirhashemi, Hirad (JSC-EG211)[Odyssey Space Research L.L.C.]" userId="6f166bae-29d5-4689-9268-b70daf30da53" providerId="ADAL" clId="{E2BFDAB3-287B-4D75-9276-432F011E1A02}" dt="2025-08-05T16:52:35.610" v="120"/>
          <ac:spMkLst>
            <pc:docMk/>
            <pc:sldMk cId="0" sldId="258"/>
            <ac:spMk id="3" creationId="{AA39A193-3432-5A46-5DF5-4861D633AF08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6T19:46:11.141" v="2892" actId="20577"/>
          <ac:spMkLst>
            <pc:docMk/>
            <pc:sldMk cId="0" sldId="258"/>
            <ac:spMk id="102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9-16T14:56:37.670" v="2896" actId="207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E2BFDAB3-287B-4D75-9276-432F011E1A02}" dt="2025-09-16T14:56:37.670" v="2896" actId="207"/>
          <ac:spMkLst>
            <pc:docMk/>
            <pc:sldMk cId="0" sldId="259"/>
            <ac:spMk id="104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E2BFDAB3-287B-4D75-9276-432F011E1A02}" dt="2025-09-16T15:06:27.175" v="2900" actId="207"/>
        <pc:sldMkLst>
          <pc:docMk/>
          <pc:sldMk cId="0" sldId="260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9:57:12.505" v="1382" actId="478"/>
          <ac:spMkLst>
            <pc:docMk/>
            <pc:sldMk cId="0" sldId="260"/>
            <ac:spMk id="2" creationId="{C7A26915-AF35-3612-B1F2-DA37A4467110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9-16T15:06:27.175" v="2900" actId="207"/>
          <ac:spMkLst>
            <pc:docMk/>
            <pc:sldMk cId="0" sldId="260"/>
            <ac:spMk id="3" creationId="{C6FE64F0-D7B7-CD7F-636E-B49063B2BD46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02:28.315" v="1508" actId="478"/>
          <ac:spMkLst>
            <pc:docMk/>
            <pc:sldMk cId="0" sldId="260"/>
            <ac:spMk id="5" creationId="{39BCF973-CFA2-5512-A2C5-E2009DD2DF1E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1:52:51.530" v="2090" actId="478"/>
          <ac:spMkLst>
            <pc:docMk/>
            <pc:sldMk cId="0" sldId="260"/>
            <ac:spMk id="7" creationId="{E57878F2-7D17-6E01-6A80-49B1D3FF8799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8-05T21:52:44.981" v="2089"/>
          <ac:spMkLst>
            <pc:docMk/>
            <pc:sldMk cId="0" sldId="260"/>
            <ac:spMk id="8" creationId="{14494E48-DB1A-4A7A-4862-6A20B23C709A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02:39.183" v="1510" actId="478"/>
          <ac:spMkLst>
            <pc:docMk/>
            <pc:sldMk cId="0" sldId="260"/>
            <ac:spMk id="106" creationId="{00000000-0000-0000-0000-000000000000}"/>
          </ac:spMkLst>
        </pc:spChg>
      </pc:sldChg>
      <pc:sldChg chg="addSp delSp modSp mod chgLayout">
        <pc:chgData name="Mirhashemi, Hirad (JSC-EG211)[Odyssey Space Research L.L.C.]" userId="6f166bae-29d5-4689-9268-b70daf30da53" providerId="ADAL" clId="{E2BFDAB3-287B-4D75-9276-432F011E1A02}" dt="2025-09-16T15:07:34.418" v="2912" actId="20577"/>
        <pc:sldMkLst>
          <pc:docMk/>
          <pc:sldMk cId="0" sldId="261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2" creationId="{D96EB3A6-1296-014D-A6C1-89C64011A46F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3" creationId="{E012A89F-9819-AE0E-38AD-5763BF76AD58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8:36:14.788" v="962" actId="478"/>
          <ac:spMkLst>
            <pc:docMk/>
            <pc:sldMk cId="0" sldId="261"/>
            <ac:spMk id="5" creationId="{CC256801-C436-A3C1-C08F-75F59154293D}"/>
          </ac:spMkLst>
        </pc:spChg>
        <pc:spChg chg="mod or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107" creationId="{00000000-0000-0000-0000-000000000000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9-16T15:07:34.418" v="2912" actId="20577"/>
          <ac:spMkLst>
            <pc:docMk/>
            <pc:sldMk cId="0" sldId="261"/>
            <ac:spMk id="108" creationId="{00000000-0000-0000-0000-000000000000}"/>
          </ac:spMkLst>
        </pc:spChg>
        <pc:spChg chg="mod ord">
          <ac:chgData name="Mirhashemi, Hirad (JSC-EG211)[Odyssey Space Research L.L.C.]" userId="6f166bae-29d5-4689-9268-b70daf30da53" providerId="ADAL" clId="{E2BFDAB3-287B-4D75-9276-432F011E1A02}" dt="2025-09-16T15:07:03.214" v="2909" actId="20577"/>
          <ac:spMkLst>
            <pc:docMk/>
            <pc:sldMk cId="0" sldId="261"/>
            <ac:spMk id="109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5T21:47:33.117" v="2006" actId="20577"/>
        <pc:sldMkLst>
          <pc:docMk/>
          <pc:sldMk cId="0" sldId="263"/>
        </pc:sldMkLst>
        <pc:spChg chg="mod">
          <ac:chgData name="Mirhashemi, Hirad (JSC-EG211)[Odyssey Space Research L.L.C.]" userId="6f166bae-29d5-4689-9268-b70daf30da53" providerId="ADAL" clId="{E2BFDAB3-287B-4D75-9276-432F011E1A02}" dt="2025-08-05T21:47:33.117" v="2006" actId="20577"/>
          <ac:spMkLst>
            <pc:docMk/>
            <pc:sldMk cId="0" sldId="263"/>
            <ac:spMk id="113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E2BFDAB3-287B-4D75-9276-432F011E1A02}" dt="2025-08-06T16:31:46.723" v="2431" actId="1076"/>
        <pc:sldMkLst>
          <pc:docMk/>
          <pc:sldMk cId="0" sldId="264"/>
        </pc:sldMkLst>
        <pc:picChg chg="add del mod">
          <ac:chgData name="Mirhashemi, Hirad (JSC-EG211)[Odyssey Space Research L.L.C.]" userId="6f166bae-29d5-4689-9268-b70daf30da53" providerId="ADAL" clId="{E2BFDAB3-287B-4D75-9276-432F011E1A02}" dt="2025-08-06T16:31:37.113" v="2427" actId="478"/>
          <ac:picMkLst>
            <pc:docMk/>
            <pc:sldMk cId="0" sldId="264"/>
            <ac:picMk id="3" creationId="{4D8A5364-FEC8-28B3-09B6-2B1DE4B49698}"/>
          </ac:picMkLst>
        </pc:picChg>
        <pc:picChg chg="add mod">
          <ac:chgData name="Mirhashemi, Hirad (JSC-EG211)[Odyssey Space Research L.L.C.]" userId="6f166bae-29d5-4689-9268-b70daf30da53" providerId="ADAL" clId="{E2BFDAB3-287B-4D75-9276-432F011E1A02}" dt="2025-08-06T16:31:46.723" v="2431" actId="1076"/>
          <ac:picMkLst>
            <pc:docMk/>
            <pc:sldMk cId="0" sldId="264"/>
            <ac:picMk id="5" creationId="{E9C070B0-BD0E-79D2-B6D4-FE60778D12D0}"/>
          </ac:picMkLst>
        </pc:picChg>
        <pc:picChg chg="add del mod">
          <ac:chgData name="Mirhashemi, Hirad (JSC-EG211)[Odyssey Space Research L.L.C.]" userId="6f166bae-29d5-4689-9268-b70daf30da53" providerId="ADAL" clId="{E2BFDAB3-287B-4D75-9276-432F011E1A02}" dt="2025-08-06T16:31:18.163" v="2421" actId="478"/>
          <ac:picMkLst>
            <pc:docMk/>
            <pc:sldMk cId="0" sldId="264"/>
            <ac:picMk id="7" creationId="{B8052D3A-96F0-290A-CD6C-B536009779EE}"/>
          </ac:picMkLst>
        </pc:picChg>
        <pc:picChg chg="add mod ord">
          <ac:chgData name="Mirhashemi, Hirad (JSC-EG211)[Odyssey Space Research L.L.C.]" userId="6f166bae-29d5-4689-9268-b70daf30da53" providerId="ADAL" clId="{E2BFDAB3-287B-4D75-9276-432F011E1A02}" dt="2025-08-06T16:31:35.311" v="2426" actId="167"/>
          <ac:picMkLst>
            <pc:docMk/>
            <pc:sldMk cId="0" sldId="264"/>
            <ac:picMk id="9" creationId="{7845BCF5-4E50-012B-A383-97639172684F}"/>
          </ac:picMkLst>
        </pc:picChg>
      </pc:sldChg>
      <pc:sldChg chg="modSp mod">
        <pc:chgData name="Mirhashemi, Hirad (JSC-EG211)[Odyssey Space Research L.L.C.]" userId="6f166bae-29d5-4689-9268-b70daf30da53" providerId="ADAL" clId="{E2BFDAB3-287B-4D75-9276-432F011E1A02}" dt="2025-09-16T16:27:57.061" v="2976" actId="20577"/>
        <pc:sldMkLst>
          <pc:docMk/>
          <pc:sldMk cId="0" sldId="265"/>
        </pc:sldMkLst>
        <pc:spChg chg="mod">
          <ac:chgData name="Mirhashemi, Hirad (JSC-EG211)[Odyssey Space Research L.L.C.]" userId="6f166bae-29d5-4689-9268-b70daf30da53" providerId="ADAL" clId="{E2BFDAB3-287B-4D75-9276-432F011E1A02}" dt="2025-09-16T16:27:57.061" v="2976" actId="20577"/>
          <ac:spMkLst>
            <pc:docMk/>
            <pc:sldMk cId="0" sldId="265"/>
            <ac:spMk id="11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9-16T16:28:13.323" v="2979" actId="20577"/>
        <pc:sldMkLst>
          <pc:docMk/>
          <pc:sldMk cId="0" sldId="266"/>
        </pc:sldMkLst>
        <pc:spChg chg="mod">
          <ac:chgData name="Mirhashemi, Hirad (JSC-EG211)[Odyssey Space Research L.L.C.]" userId="6f166bae-29d5-4689-9268-b70daf30da53" providerId="ADAL" clId="{E2BFDAB3-287B-4D75-9276-432F011E1A02}" dt="2025-08-06T15:32:00.972" v="2124" actId="20577"/>
          <ac:spMkLst>
            <pc:docMk/>
            <pc:sldMk cId="0" sldId="266"/>
            <ac:spMk id="117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9-16T16:28:13.323" v="2979" actId="20577"/>
          <ac:spMkLst>
            <pc:docMk/>
            <pc:sldMk cId="0" sldId="266"/>
            <ac:spMk id="118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6T15:32:57.457" v="2211" actId="20577"/>
        <pc:sldMkLst>
          <pc:docMk/>
          <pc:sldMk cId="0" sldId="267"/>
        </pc:sldMkLst>
        <pc:spChg chg="mod">
          <ac:chgData name="Mirhashemi, Hirad (JSC-EG211)[Odyssey Space Research L.L.C.]" userId="6f166bae-29d5-4689-9268-b70daf30da53" providerId="ADAL" clId="{E2BFDAB3-287B-4D75-9276-432F011E1A02}" dt="2025-08-06T15:32:57.457" v="2211" actId="20577"/>
          <ac:spMkLst>
            <pc:docMk/>
            <pc:sldMk cId="0" sldId="267"/>
            <ac:spMk id="120" creationId="{00000000-0000-0000-0000-000000000000}"/>
          </ac:spMkLst>
        </pc:spChg>
      </pc:sldChg>
      <pc:sldChg chg="addSp delSp modSp add del mod">
        <pc:chgData name="Mirhashemi, Hirad (JSC-EG211)[Odyssey Space Research L.L.C.]" userId="6f166bae-29d5-4689-9268-b70daf30da53" providerId="ADAL" clId="{E2BFDAB3-287B-4D75-9276-432F011E1A02}" dt="2025-08-05T17:52:58.927" v="809" actId="2890"/>
        <pc:sldMkLst>
          <pc:docMk/>
          <pc:sldMk cId="640637334" sldId="268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7:52:53.310" v="801" actId="478"/>
          <ac:spMkLst>
            <pc:docMk/>
            <pc:sldMk cId="640637334" sldId="268"/>
            <ac:spMk id="3" creationId="{CDFA8863-74BC-C33F-282D-4144410FBD7B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2:57.346" v="806" actId="478"/>
          <ac:spMkLst>
            <pc:docMk/>
            <pc:sldMk cId="640637334" sldId="268"/>
            <ac:spMk id="5" creationId="{E56B2C01-BBE8-C012-0AC2-CDCC4504E5CF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2:58.534" v="808"/>
          <ac:spMkLst>
            <pc:docMk/>
            <pc:sldMk cId="640637334" sldId="268"/>
            <ac:spMk id="108" creationId="{00000000-0000-0000-0000-000000000000}"/>
          </ac:spMkLst>
        </pc:spChg>
      </pc:sldChg>
      <pc:sldChg chg="new del">
        <pc:chgData name="Mirhashemi, Hirad (JSC-EG211)[Odyssey Space Research L.L.C.]" userId="6f166bae-29d5-4689-9268-b70daf30da53" providerId="ADAL" clId="{E2BFDAB3-287B-4D75-9276-432F011E1A02}" dt="2025-08-05T17:54:02.730" v="827" actId="47"/>
        <pc:sldMkLst>
          <pc:docMk/>
          <pc:sldMk cId="3017205509" sldId="268"/>
        </pc:sldMkLst>
      </pc:sldChg>
      <pc:sldChg chg="addSp delSp modSp add del mod">
        <pc:chgData name="Mirhashemi, Hirad (JSC-EG211)[Odyssey Space Research L.L.C.]" userId="6f166bae-29d5-4689-9268-b70daf30da53" providerId="ADAL" clId="{E2BFDAB3-287B-4D75-9276-432F011E1A02}" dt="2025-08-05T20:48:11.928" v="1789" actId="2696"/>
        <pc:sldMkLst>
          <pc:docMk/>
          <pc:sldMk cId="3336341149" sldId="268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7:58:56.316" v="912" actId="478"/>
          <ac:spMkLst>
            <pc:docMk/>
            <pc:sldMk cId="3336341149" sldId="268"/>
            <ac:spMk id="3" creationId="{DDA79372-2B86-E3D7-18D4-1AC8958F7F1D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5T20:44:58.950" v="1676" actId="20577"/>
          <ac:spMkLst>
            <pc:docMk/>
            <pc:sldMk cId="3336341149" sldId="268"/>
            <ac:spMk id="108" creationId="{00000000-0000-0000-0000-000000000000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9:02.063" v="915" actId="20577"/>
          <ac:spMkLst>
            <pc:docMk/>
            <pc:sldMk cId="3336341149" sldId="268"/>
            <ac:spMk id="109" creationId="{00000000-0000-0000-0000-000000000000}"/>
          </ac:spMkLst>
        </pc:spChg>
      </pc:sldChg>
      <pc:sldChg chg="modSp add del mod">
        <pc:chgData name="Mirhashemi, Hirad (JSC-EG211)[Odyssey Space Research L.L.C.]" userId="6f166bae-29d5-4689-9268-b70daf30da53" providerId="ADAL" clId="{E2BFDAB3-287B-4D75-9276-432F011E1A02}" dt="2025-08-05T20:44:02.967" v="1658" actId="2696"/>
        <pc:sldMkLst>
          <pc:docMk/>
          <pc:sldMk cId="3244620982" sldId="269"/>
        </pc:sldMkLst>
        <pc:spChg chg="mod">
          <ac:chgData name="Mirhashemi, Hirad (JSC-EG211)[Odyssey Space Research L.L.C.]" userId="6f166bae-29d5-4689-9268-b70daf30da53" providerId="ADAL" clId="{E2BFDAB3-287B-4D75-9276-432F011E1A02}" dt="2025-08-05T20:04:46.652" v="1551" actId="20577"/>
          <ac:spMkLst>
            <pc:docMk/>
            <pc:sldMk cId="3244620982" sldId="269"/>
            <ac:spMk id="108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5T20:04:59.110" v="1556" actId="14"/>
          <ac:spMkLst>
            <pc:docMk/>
            <pc:sldMk cId="3244620982" sldId="269"/>
            <ac:spMk id="109" creationId="{00000000-0000-0000-0000-000000000000}"/>
          </ac:spMkLst>
        </pc:spChg>
      </pc:sldChg>
      <pc:sldMasterChg chg="addSp delSp modSp mod modSldLayout">
        <pc:chgData name="Mirhashemi, Hirad (JSC-EG211)[Odyssey Space Research L.L.C.]" userId="6f166bae-29d5-4689-9268-b70daf30da53" providerId="ADAL" clId="{E2BFDAB3-287B-4D75-9276-432F011E1A02}" dt="2025-08-06T18:55:55.663" v="2519" actId="20577"/>
        <pc:sldMasterMkLst>
          <pc:docMk/>
          <pc:sldMasterMk cId="0" sldId="2147483648"/>
        </pc:sldMasterMkLst>
        <pc:spChg chg="mod ord">
          <ac:chgData name="Mirhashemi, Hirad (JSC-EG211)[Odyssey Space Research L.L.C.]" userId="6f166bae-29d5-4689-9268-b70daf30da53" providerId="ADAL" clId="{E2BFDAB3-287B-4D75-9276-432F011E1A02}" dt="2025-08-06T18:55:55.663" v="2519" actId="20577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6T16:33:21.948" v="2516" actId="20577"/>
          <ac:spMkLst>
            <pc:docMk/>
            <pc:sldMasterMk cId="0" sldId="2147483648"/>
            <ac:spMk id="6" creationId="{00000000-0000-0000-0000-000000000000}"/>
          </ac:spMkLst>
        </pc:spChg>
        <pc:spChg chg="del mod">
          <ac:chgData name="Mirhashemi, Hirad (JSC-EG211)[Odyssey Space Research L.L.C.]" userId="6f166bae-29d5-4689-9268-b70daf30da53" providerId="ADAL" clId="{E2BFDAB3-287B-4D75-9276-432F011E1A02}" dt="2025-08-05T19:27:15.876" v="1203" actId="478"/>
          <ac:spMkLst>
            <pc:docMk/>
            <pc:sldMasterMk cId="0" sldId="2147483648"/>
            <ac:spMk id="8" creationId="{00000000-0000-0000-0000-000000000000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8-05T19:33:17.806" v="1289" actId="767"/>
          <ac:spMkLst>
            <pc:docMk/>
            <pc:sldMasterMk cId="0" sldId="2147483648"/>
            <ac:spMk id="9" creationId="{A51A3C18-6813-1DDE-7121-7EFA5E05573C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40:57.420" v="1625" actId="478"/>
          <ac:spMkLst>
            <pc:docMk/>
            <pc:sldMasterMk cId="0" sldId="2147483648"/>
            <ac:spMk id="10" creationId="{24DB2BE0-514C-B9CE-4D8E-EC7CAF0B34B9}"/>
          </ac:spMkLst>
        </pc:spChg>
        <pc:sldLayoutChg chg="modSp mod">
          <pc:chgData name="Mirhashemi, Hirad (JSC-EG211)[Odyssey Space Research L.L.C.]" userId="6f166bae-29d5-4689-9268-b70daf30da53" providerId="ADAL" clId="{E2BFDAB3-287B-4D75-9276-432F011E1A02}" dt="2025-08-05T19:30:03.701" v="1249" actId="20577"/>
          <pc:sldLayoutMkLst>
            <pc:docMk/>
            <pc:sldMasterMk cId="0" sldId="2147483648"/>
            <pc:sldLayoutMk cId="0" sldId="2147483650"/>
          </pc:sldLayoutMkLst>
          <pc:spChg chg="mod">
            <ac:chgData name="Mirhashemi, Hirad (JSC-EG211)[Odyssey Space Research L.L.C.]" userId="6f166bae-29d5-4689-9268-b70daf30da53" providerId="ADAL" clId="{E2BFDAB3-287B-4D75-9276-432F011E1A02}" dt="2025-08-05T19:30:03.701" v="1249" actId="20577"/>
            <ac:spMkLst>
              <pc:docMk/>
              <pc:sldMasterMk cId="0" sldId="2147483648"/>
              <pc:sldLayoutMk cId="0" sldId="2147483650"/>
              <ac:spMk id="8" creationId="{00000000-0000-0000-0000-000000000000}"/>
            </ac:spMkLst>
          </pc:spChg>
        </pc:sldLayoutChg>
        <pc:sldLayoutChg chg="addSp delSp modSp mod">
          <pc:chgData name="Mirhashemi, Hirad (JSC-EG211)[Odyssey Space Research L.L.C.]" userId="6f166bae-29d5-4689-9268-b70daf30da53" providerId="ADAL" clId="{E2BFDAB3-287B-4D75-9276-432F011E1A02}" dt="2025-08-05T20:13:33.052" v="1618" actId="478"/>
          <pc:sldLayoutMkLst>
            <pc:docMk/>
            <pc:sldMasterMk cId="0" sldId="2147483648"/>
            <pc:sldLayoutMk cId="0" sldId="2147483651"/>
          </pc:sldLayoutMkLst>
          <pc:spChg chg="add del mod">
            <ac:chgData name="Mirhashemi, Hirad (JSC-EG211)[Odyssey Space Research L.L.C.]" userId="6f166bae-29d5-4689-9268-b70daf30da53" providerId="ADAL" clId="{E2BFDAB3-287B-4D75-9276-432F011E1A02}" dt="2025-08-05T20:13:33.052" v="1618" actId="478"/>
            <ac:spMkLst>
              <pc:docMk/>
              <pc:sldMasterMk cId="0" sldId="2147483648"/>
              <pc:sldLayoutMk cId="0" sldId="2147483651"/>
              <ac:spMk id="3" creationId="{1CE5ED50-33FC-7009-FEFA-19BB642C2C3A}"/>
            </ac:spMkLst>
          </pc:spChg>
          <pc:spChg chg="add del mod">
            <ac:chgData name="Mirhashemi, Hirad (JSC-EG211)[Odyssey Space Research L.L.C.]" userId="6f166bae-29d5-4689-9268-b70daf30da53" providerId="ADAL" clId="{E2BFDAB3-287B-4D75-9276-432F011E1A02}" dt="2025-08-05T19:52:31.488" v="1359" actId="478"/>
            <ac:spMkLst>
              <pc:docMk/>
              <pc:sldMasterMk cId="0" sldId="2147483648"/>
              <pc:sldLayoutMk cId="0" sldId="2147483651"/>
              <ac:spMk id="10" creationId="{00000000-0000-0000-0000-000000000000}"/>
            </ac:spMkLst>
          </pc:spChg>
        </pc:sldLayoutChg>
      </pc:sldMasterChg>
      <pc:sldMasterChg chg="modSp">
        <pc:chgData name="Mirhashemi, Hirad (JSC-EG211)[Odyssey Space Research L.L.C.]" userId="6f166bae-29d5-4689-9268-b70daf30da53" providerId="ADAL" clId="{E2BFDAB3-287B-4D75-9276-432F011E1A02}" dt="2025-08-05T19:17:43.569" v="1089" actId="20577"/>
        <pc:sldMasterMkLst>
          <pc:docMk/>
          <pc:sldMasterMk cId="95852377" sldId="2147483674"/>
        </pc:sldMasterMkLst>
        <pc:spChg chg="mod">
          <ac:chgData name="Mirhashemi, Hirad (JSC-EG211)[Odyssey Space Research L.L.C.]" userId="6f166bae-29d5-4689-9268-b70daf30da53" providerId="ADAL" clId="{E2BFDAB3-287B-4D75-9276-432F011E1A02}" dt="2025-08-05T19:17:43.569" v="1089" actId="20577"/>
          <ac:spMkLst>
            <pc:docMk/>
            <pc:sldMasterMk cId="95852377" sldId="2147483674"/>
            <ac:spMk id="8" creationId="{00000000-0000-0000-0000-000000000000}"/>
          </ac:spMkLst>
        </pc:spChg>
      </pc:sldMasterChg>
      <pc:sldMasterChg chg="new del mod addSldLayout">
        <pc:chgData name="Mirhashemi, Hirad (JSC-EG211)[Odyssey Space Research L.L.C.]" userId="6f166bae-29d5-4689-9268-b70daf30da53" providerId="ADAL" clId="{E2BFDAB3-287B-4D75-9276-432F011E1A02}" dt="2025-08-05T20:41:26.792" v="1628" actId="2696"/>
        <pc:sldMasterMkLst>
          <pc:docMk/>
          <pc:sldMasterMk cId="3716476896" sldId="2147483674"/>
        </pc:sldMasterMkLst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949188381" sldId="2147483675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487546376" sldId="2147483676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466729760" sldId="2147483677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678056093" sldId="2147483678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949463508" sldId="2147483679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812375913" sldId="2147483680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422614103" sldId="2147483681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292114645" sldId="2147483682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218569316" sldId="2147483683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025604196" sldId="2147483684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419385318" sldId="2147483685"/>
          </pc:sldLayoutMkLst>
        </pc:sldLayoutChg>
      </pc:sldMasterChg>
      <pc:sldMasterChg chg="add del mod addSldLayout modSldLayout">
        <pc:chgData name="Mirhashemi, Hirad (JSC-EG211)[Odyssey Space Research L.L.C.]" userId="6f166bae-29d5-4689-9268-b70daf30da53" providerId="ADAL" clId="{E2BFDAB3-287B-4D75-9276-432F011E1A02}" dt="2025-08-05T20:41:08.448" v="1627" actId="2696"/>
        <pc:sldMasterMkLst>
          <pc:docMk/>
          <pc:sldMasterMk cId="44366847" sldId="2147483686"/>
        </pc:sldMasterMkLst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1553000517" sldId="2147483687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2328542705" sldId="2147483688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2145339772" sldId="2147483689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4890872" sldId="2147483690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718901194" sldId="2147483691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87627176" sldId="2147483692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4115538" sldId="2147483693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460528961" sldId="2147483694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169408855" sldId="2147483695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167406421" sldId="2147483696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589472099" sldId="2147483697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1882037461" sldId="2147483698"/>
          </pc:sldLayoutMkLst>
        </pc:sldLayoutChg>
      </pc:sldMasterChg>
    </pc:docChg>
  </pc:docChgLst>
  <pc:docChgLst>
    <pc:chgData name="Mirhashemi, Hirad (JSC-EG211)[Odyssey Space Research L.L.C.]" userId="6f166bae-29d5-4689-9268-b70daf30da53" providerId="ADAL" clId="{1DEA61CD-CF1D-44FF-9A34-B52FB1F40A85}"/>
    <pc:docChg chg="undo custSel modSld modMainMaster">
      <pc:chgData name="Mirhashemi, Hirad (JSC-EG211)[Odyssey Space Research L.L.C.]" userId="6f166bae-29d5-4689-9268-b70daf30da53" providerId="ADAL" clId="{1DEA61CD-CF1D-44FF-9A34-B52FB1F40A85}" dt="2025-09-30T14:08:26.680" v="1088" actId="20577"/>
      <pc:docMkLst>
        <pc:docMk/>
      </pc:docMkLst>
      <pc:sldChg chg="modSp mod">
        <pc:chgData name="Mirhashemi, Hirad (JSC-EG211)[Odyssey Space Research L.L.C.]" userId="6f166bae-29d5-4689-9268-b70daf30da53" providerId="ADAL" clId="{1DEA61CD-CF1D-44FF-9A34-B52FB1F40A85}" dt="2025-09-23T20:09:25.585" v="11" actId="20577"/>
        <pc:sldMkLst>
          <pc:docMk/>
          <pc:sldMk cId="0" sldId="256"/>
        </pc:sldMkLst>
        <pc:spChg chg="mod">
          <ac:chgData name="Mirhashemi, Hirad (JSC-EG211)[Odyssey Space Research L.L.C.]" userId="6f166bae-29d5-4689-9268-b70daf30da53" providerId="ADAL" clId="{1DEA61CD-CF1D-44FF-9A34-B52FB1F40A85}" dt="2025-09-23T20:09:25.585" v="11" actId="20577"/>
          <ac:spMkLst>
            <pc:docMk/>
            <pc:sldMk cId="0" sldId="256"/>
            <ac:spMk id="9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1DEA61CD-CF1D-44FF-9A34-B52FB1F40A85}" dt="2025-09-23T20:30:38.881" v="411" actId="207"/>
        <pc:sldMkLst>
          <pc:docMk/>
          <pc:sldMk cId="0" sldId="258"/>
        </pc:sldMkLst>
        <pc:spChg chg="mod">
          <ac:chgData name="Mirhashemi, Hirad (JSC-EG211)[Odyssey Space Research L.L.C.]" userId="6f166bae-29d5-4689-9268-b70daf30da53" providerId="ADAL" clId="{1DEA61CD-CF1D-44FF-9A34-B52FB1F40A85}" dt="2025-09-23T20:30:38.881" v="411" actId="207"/>
          <ac:spMkLst>
            <pc:docMk/>
            <pc:sldMk cId="0" sldId="258"/>
            <ac:spMk id="102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1DEA61CD-CF1D-44FF-9A34-B52FB1F40A85}" dt="2025-09-30T14:08:26.680" v="1088" actId="20577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1DEA61CD-CF1D-44FF-9A34-B52FB1F40A85}" dt="2025-09-30T14:08:26.680" v="1088" actId="20577"/>
          <ac:spMkLst>
            <pc:docMk/>
            <pc:sldMk cId="0" sldId="259"/>
            <ac:spMk id="104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1DEA61CD-CF1D-44FF-9A34-B52FB1F40A85}" dt="2025-09-25T14:26:23.858" v="1003" actId="20577"/>
        <pc:sldMkLst>
          <pc:docMk/>
          <pc:sldMk cId="0" sldId="260"/>
        </pc:sldMkLst>
        <pc:spChg chg="mod">
          <ac:chgData name="Mirhashemi, Hirad (JSC-EG211)[Odyssey Space Research L.L.C.]" userId="6f166bae-29d5-4689-9268-b70daf30da53" providerId="ADAL" clId="{1DEA61CD-CF1D-44FF-9A34-B52FB1F40A85}" dt="2025-09-25T14:26:23.858" v="1003" actId="20577"/>
          <ac:spMkLst>
            <pc:docMk/>
            <pc:sldMk cId="0" sldId="260"/>
            <ac:spMk id="3" creationId="{C6FE64F0-D7B7-CD7F-636E-B49063B2BD46}"/>
          </ac:spMkLst>
        </pc:spChg>
      </pc:sldChg>
      <pc:sldChg chg="modSp mod">
        <pc:chgData name="Mirhashemi, Hirad (JSC-EG211)[Odyssey Space Research L.L.C.]" userId="6f166bae-29d5-4689-9268-b70daf30da53" providerId="ADAL" clId="{1DEA61CD-CF1D-44FF-9A34-B52FB1F40A85}" dt="2025-09-25T14:27:36.692" v="1005" actId="207"/>
        <pc:sldMkLst>
          <pc:docMk/>
          <pc:sldMk cId="0" sldId="261"/>
        </pc:sldMkLst>
        <pc:spChg chg="mod">
          <ac:chgData name="Mirhashemi, Hirad (JSC-EG211)[Odyssey Space Research L.L.C.]" userId="6f166bae-29d5-4689-9268-b70daf30da53" providerId="ADAL" clId="{1DEA61CD-CF1D-44FF-9A34-B52FB1F40A85}" dt="2025-09-25T14:27:24.526" v="1004" actId="207"/>
          <ac:spMkLst>
            <pc:docMk/>
            <pc:sldMk cId="0" sldId="261"/>
            <ac:spMk id="108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1DEA61CD-CF1D-44FF-9A34-B52FB1F40A85}" dt="2025-09-25T14:27:36.692" v="1005" actId="207"/>
          <ac:spMkLst>
            <pc:docMk/>
            <pc:sldMk cId="0" sldId="261"/>
            <ac:spMk id="109" creationId="{00000000-0000-0000-0000-000000000000}"/>
          </ac:spMkLst>
        </pc:spChg>
      </pc:sldChg>
      <pc:sldChg chg="addSp modSp mod">
        <pc:chgData name="Mirhashemi, Hirad (JSC-EG211)[Odyssey Space Research L.L.C.]" userId="6f166bae-29d5-4689-9268-b70daf30da53" providerId="ADAL" clId="{1DEA61CD-CF1D-44FF-9A34-B52FB1F40A85}" dt="2025-09-23T20:42:51.846" v="831" actId="207"/>
        <pc:sldMkLst>
          <pc:docMk/>
          <pc:sldMk cId="0" sldId="263"/>
        </pc:sldMkLst>
        <pc:spChg chg="add mod">
          <ac:chgData name="Mirhashemi, Hirad (JSC-EG211)[Odyssey Space Research L.L.C.]" userId="6f166bae-29d5-4689-9268-b70daf30da53" providerId="ADAL" clId="{1DEA61CD-CF1D-44FF-9A34-B52FB1F40A85}" dt="2025-09-23T20:42:40.524" v="830" actId="1037"/>
          <ac:spMkLst>
            <pc:docMk/>
            <pc:sldMk cId="0" sldId="263"/>
            <ac:spMk id="3" creationId="{83FF4BBB-E12C-B133-EFF0-D88AF635FD5C}"/>
          </ac:spMkLst>
        </pc:spChg>
        <pc:spChg chg="mod">
          <ac:chgData name="Mirhashemi, Hirad (JSC-EG211)[Odyssey Space Research L.L.C.]" userId="6f166bae-29d5-4689-9268-b70daf30da53" providerId="ADAL" clId="{1DEA61CD-CF1D-44FF-9A34-B52FB1F40A85}" dt="2025-09-23T20:42:51.846" v="831" actId="207"/>
          <ac:spMkLst>
            <pc:docMk/>
            <pc:sldMk cId="0" sldId="263"/>
            <ac:spMk id="113" creationId="{00000000-0000-0000-0000-000000000000}"/>
          </ac:spMkLst>
        </pc:spChg>
      </pc:sldChg>
      <pc:sldChg chg="delSp modSp mod">
        <pc:chgData name="Mirhashemi, Hirad (JSC-EG211)[Odyssey Space Research L.L.C.]" userId="6f166bae-29d5-4689-9268-b70daf30da53" providerId="ADAL" clId="{1DEA61CD-CF1D-44FF-9A34-B52FB1F40A85}" dt="2025-09-23T20:45:02.921" v="838" actId="1076"/>
        <pc:sldMkLst>
          <pc:docMk/>
          <pc:sldMk cId="0" sldId="264"/>
        </pc:sldMkLst>
        <pc:picChg chg="del">
          <ac:chgData name="Mirhashemi, Hirad (JSC-EG211)[Odyssey Space Research L.L.C.]" userId="6f166bae-29d5-4689-9268-b70daf30da53" providerId="ADAL" clId="{1DEA61CD-CF1D-44FF-9A34-B52FB1F40A85}" dt="2025-09-23T20:44:56.765" v="834" actId="478"/>
          <ac:picMkLst>
            <pc:docMk/>
            <pc:sldMk cId="0" sldId="264"/>
            <ac:picMk id="5" creationId="{E9C070B0-BD0E-79D2-B6D4-FE60778D12D0}"/>
          </ac:picMkLst>
        </pc:picChg>
        <pc:picChg chg="mod">
          <ac:chgData name="Mirhashemi, Hirad (JSC-EG211)[Odyssey Space Research L.L.C.]" userId="6f166bae-29d5-4689-9268-b70daf30da53" providerId="ADAL" clId="{1DEA61CD-CF1D-44FF-9A34-B52FB1F40A85}" dt="2025-09-23T20:45:02.921" v="838" actId="1076"/>
          <ac:picMkLst>
            <pc:docMk/>
            <pc:sldMk cId="0" sldId="264"/>
            <ac:picMk id="9" creationId="{7845BCF5-4E50-012B-A383-97639172684F}"/>
          </ac:picMkLst>
        </pc:picChg>
      </pc:sldChg>
      <pc:sldChg chg="modSp mod">
        <pc:chgData name="Mirhashemi, Hirad (JSC-EG211)[Odyssey Space Research L.L.C.]" userId="6f166bae-29d5-4689-9268-b70daf30da53" providerId="ADAL" clId="{1DEA61CD-CF1D-44FF-9A34-B52FB1F40A85}" dt="2025-09-23T20:45:52.092" v="950" actId="20577"/>
        <pc:sldMkLst>
          <pc:docMk/>
          <pc:sldMk cId="0" sldId="265"/>
        </pc:sldMkLst>
        <pc:spChg chg="mod">
          <ac:chgData name="Mirhashemi, Hirad (JSC-EG211)[Odyssey Space Research L.L.C.]" userId="6f166bae-29d5-4689-9268-b70daf30da53" providerId="ADAL" clId="{1DEA61CD-CF1D-44FF-9A34-B52FB1F40A85}" dt="2025-09-23T20:45:52.092" v="950" actId="20577"/>
          <ac:spMkLst>
            <pc:docMk/>
            <pc:sldMk cId="0" sldId="265"/>
            <ac:spMk id="11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1DEA61CD-CF1D-44FF-9A34-B52FB1F40A85}" dt="2025-09-23T20:46:10.416" v="965" actId="20577"/>
        <pc:sldMkLst>
          <pc:docMk/>
          <pc:sldMk cId="0" sldId="266"/>
        </pc:sldMkLst>
        <pc:spChg chg="mod">
          <ac:chgData name="Mirhashemi, Hirad (JSC-EG211)[Odyssey Space Research L.L.C.]" userId="6f166bae-29d5-4689-9268-b70daf30da53" providerId="ADAL" clId="{1DEA61CD-CF1D-44FF-9A34-B52FB1F40A85}" dt="2025-09-23T20:46:10.416" v="965" actId="20577"/>
          <ac:spMkLst>
            <pc:docMk/>
            <pc:sldMk cId="0" sldId="266"/>
            <ac:spMk id="118" creationId="{00000000-0000-0000-0000-000000000000}"/>
          </ac:spMkLst>
        </pc:spChg>
      </pc:sldChg>
      <pc:sldMasterChg chg="modSp mod">
        <pc:chgData name="Mirhashemi, Hirad (JSC-EG211)[Odyssey Space Research L.L.C.]" userId="6f166bae-29d5-4689-9268-b70daf30da53" providerId="ADAL" clId="{1DEA61CD-CF1D-44FF-9A34-B52FB1F40A85}" dt="2025-09-25T14:33:40.788" v="1017" actId="20577"/>
        <pc:sldMasterMkLst>
          <pc:docMk/>
          <pc:sldMasterMk cId="0" sldId="2147483648"/>
        </pc:sldMasterMkLst>
        <pc:spChg chg="mod">
          <ac:chgData name="Mirhashemi, Hirad (JSC-EG211)[Odyssey Space Research L.L.C.]" userId="6f166bae-29d5-4689-9268-b70daf30da53" providerId="ADAL" clId="{1DEA61CD-CF1D-44FF-9A34-B52FB1F40A85}" dt="2025-09-25T14:33:40.788" v="1017" actId="20577"/>
          <ac:spMkLst>
            <pc:docMk/>
            <pc:sldMasterMk cId="0" sldId="2147483648"/>
            <ac:spMk id="5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92560" y="829080"/>
            <a:ext cx="7446960" cy="40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move the slide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63280" y="5183280"/>
            <a:ext cx="6905880" cy="491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7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3" name="PlaceHolder 4"/>
          <p:cNvSpPr>
            <a:spLocks noGrp="1"/>
          </p:cNvSpPr>
          <p:nvPr>
            <p:ph type="dt"/>
          </p:nvPr>
        </p:nvSpPr>
        <p:spPr>
          <a:xfrm>
            <a:off x="488592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ftr"/>
          </p:nvPr>
        </p:nvSpPr>
        <p:spPr>
          <a:xfrm>
            <a:off x="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5" name="PlaceHolder 6"/>
          <p:cNvSpPr>
            <a:spLocks noGrp="1"/>
          </p:cNvSpPr>
          <p:nvPr>
            <p:ph type="sldNum"/>
          </p:nvPr>
        </p:nvSpPr>
        <p:spPr>
          <a:xfrm>
            <a:off x="488592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31C97FCD-0B7D-48EB-B144-F2E92E5975D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402800" y="9553680"/>
            <a:ext cx="3346920" cy="4824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880" tIns="46440" rIns="92880" bIns="4644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064F1FE-B692-45B1-84E4-F7702D56A96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body"/>
          </p:nvPr>
        </p:nvSpPr>
        <p:spPr>
          <a:xfrm>
            <a:off x="777600" y="4777560"/>
            <a:ext cx="6196320" cy="4505760"/>
          </a:xfrm>
          <a:prstGeom prst="rect">
            <a:avLst/>
          </a:prstGeom>
          <a:noFill/>
          <a:ln w="0">
            <a:noFill/>
          </a:ln>
        </p:spPr>
        <p:txBody>
          <a:bodyPr lIns="92880" tIns="46440" rIns="92880" bIns="46440" anchor="t">
            <a:noAutofit/>
          </a:bodyPr>
          <a:lstStyle/>
          <a:p>
            <a:endParaRPr lang="en-US" sz="287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7863" y="828675"/>
            <a:ext cx="7275512" cy="4092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>
              <a:buNone/>
            </a:pPr>
            <a:fld id="{31C97FCD-0B7D-48EB-B144-F2E92E5975D0}" type="slidenum">
              <a:rPr lang="en-US" sz="1400" b="0" strike="noStrike" spc="-1" smtClean="0">
                <a:latin typeface="Times New Roman"/>
              </a:r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40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" name="CustomShape 3"/>
          <p:cNvSpPr/>
          <p:nvPr/>
        </p:nvSpPr>
        <p:spPr>
          <a:xfrm>
            <a:off x="360" y="63972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21409A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35"/>
          <p:cNvPicPr/>
          <p:nvPr/>
        </p:nvPicPr>
        <p:blipFill>
          <a:blip r:embed="rId14"/>
          <a:stretch/>
        </p:blipFill>
        <p:spPr>
          <a:xfrm>
            <a:off x="9141120" y="0"/>
            <a:ext cx="914400" cy="733680"/>
          </a:xfrm>
          <a:prstGeom prst="rect">
            <a:avLst/>
          </a:prstGeom>
          <a:ln w="9360">
            <a:noFill/>
          </a:ln>
        </p:spPr>
      </p:pic>
      <p:pic>
        <p:nvPicPr>
          <p:cNvPr id="4" name="Picture 24"/>
          <p:cNvPicPr/>
          <p:nvPr/>
        </p:nvPicPr>
        <p:blipFill>
          <a:blip r:embed="rId15"/>
          <a:stretch/>
        </p:blipFill>
        <p:spPr>
          <a:xfrm>
            <a:off x="91080" y="18360"/>
            <a:ext cx="840600" cy="713160"/>
          </a:xfrm>
          <a:prstGeom prst="rect">
            <a:avLst/>
          </a:prstGeom>
          <a:ln w="9360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4387680" y="5485680"/>
            <a:ext cx="5576040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100" b="1" strike="noStrike" spc="-1" dirty="0">
                <a:latin typeface="Times New Roman"/>
              </a:rPr>
              <a:t>Slide </a:t>
            </a:r>
            <a:fld id="{FCD10905-8E8B-4818-8309-30653CDF43A3}" type="slidenum">
              <a:rPr lang="en-US" sz="1100" b="1" strike="noStrike" spc="-1">
                <a:latin typeface="Times New Roman"/>
              </a:rPr>
              <a:t>‹#›</a:t>
            </a:fld>
            <a:r>
              <a:rPr lang="en-US" sz="1100" b="1" strike="noStrike" spc="-1" dirty="0">
                <a:latin typeface="Times New Roman"/>
              </a:rPr>
              <a:t> of 12</a:t>
            </a:r>
            <a:endParaRPr lang="en-US" sz="1100" b="0" strike="noStrike" spc="-1" dirty="0"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080" y="5485680"/>
            <a:ext cx="5032154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1" strike="noStrike" spc="-1" dirty="0">
                <a:latin typeface="Times New Roman"/>
              </a:rPr>
              <a:t>  ANTARES Model V&amp;V</a:t>
            </a:r>
            <a:r>
              <a:rPr lang="en-US" sz="11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Color String — Hirad Mirhashemi</a:t>
            </a:r>
            <a:endParaRPr lang="en-US" sz="11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800" indent="0" algn="l" defTabSz="914400" rtl="0" eaLnBrk="1" latinLnBrk="0" hangingPunct="1">
        <a:lnSpc>
          <a:spcPct val="90000"/>
        </a:lnSpc>
        <a:spcBef>
          <a:spcPts val="1000"/>
        </a:spcBef>
        <a:buSzPct val="75000"/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750" indent="-28575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 hidden="1"/>
          <p:cNvSpPr/>
          <p:nvPr/>
        </p:nvSpPr>
        <p:spPr>
          <a:xfrm>
            <a:off x="4426200" y="5469840"/>
            <a:ext cx="1060200" cy="982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Page </a:t>
            </a:r>
            <a:fld id="{3409D930-2287-41B3-921B-0387F4C9F349}" type="slidenum"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‹#›</a:t>
            </a:fld>
            <a:endParaRPr lang="en-US" sz="900" b="0" strike="noStrike" spc="-1">
              <a:latin typeface="Arial"/>
            </a:endParaRPr>
          </a:p>
        </p:txBody>
      </p:sp>
      <p:sp>
        <p:nvSpPr>
          <p:cNvPr id="44" name="CustomShape 2" hidden="1"/>
          <p:cNvSpPr/>
          <p:nvPr/>
        </p:nvSpPr>
        <p:spPr>
          <a:xfrm>
            <a:off x="24120" y="5490360"/>
            <a:ext cx="4096800" cy="172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Model V&amp;V – &lt;Model Name&gt; – &lt;Team&gt;– &lt;Sim Version&gt;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45" name="CustomShape 3" hidden="1"/>
          <p:cNvSpPr/>
          <p:nvPr/>
        </p:nvSpPr>
        <p:spPr>
          <a:xfrm>
            <a:off x="360" y="63720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0A128C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CustomShape 4" hidden="1"/>
          <p:cNvSpPr/>
          <p:nvPr/>
        </p:nvSpPr>
        <p:spPr>
          <a:xfrm>
            <a:off x="8105400" y="659520"/>
            <a:ext cx="1243800" cy="210240"/>
          </a:xfrm>
          <a:prstGeom prst="rect">
            <a:avLst/>
          </a:prstGeom>
          <a:noFill/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Orion Project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47" name="Picture 24"/>
          <p:cNvPicPr/>
          <p:nvPr/>
        </p:nvPicPr>
        <p:blipFill>
          <a:blip r:embed="rId14"/>
          <a:stretch/>
        </p:blipFill>
        <p:spPr>
          <a:xfrm>
            <a:off x="72720" y="18000"/>
            <a:ext cx="1112760" cy="700920"/>
          </a:xfrm>
          <a:prstGeom prst="rect">
            <a:avLst/>
          </a:prstGeom>
          <a:ln w="9360">
            <a:noFill/>
          </a:ln>
        </p:spPr>
      </p:pic>
      <p:pic>
        <p:nvPicPr>
          <p:cNvPr id="48" name="Picture 35"/>
          <p:cNvPicPr/>
          <p:nvPr/>
        </p:nvPicPr>
        <p:blipFill>
          <a:blip r:embed="rId15"/>
          <a:stretch/>
        </p:blipFill>
        <p:spPr>
          <a:xfrm>
            <a:off x="8939520" y="0"/>
            <a:ext cx="1116000" cy="733680"/>
          </a:xfrm>
          <a:prstGeom prst="rect">
            <a:avLst/>
          </a:prstGeom>
          <a:ln w="9360">
            <a:noFill/>
          </a:ln>
        </p:spPr>
      </p:pic>
      <p:pic>
        <p:nvPicPr>
          <p:cNvPr id="49" name="Picture 4"/>
          <p:cNvPicPr/>
          <p:nvPr/>
        </p:nvPicPr>
        <p:blipFill>
          <a:blip r:embed="rId16"/>
          <a:stretch/>
        </p:blipFill>
        <p:spPr>
          <a:xfrm>
            <a:off x="0" y="0"/>
            <a:ext cx="10055880" cy="565344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34"/>
          <p:cNvPicPr/>
          <p:nvPr/>
        </p:nvPicPr>
        <p:blipFill>
          <a:blip r:embed="rId14"/>
          <a:stretch/>
        </p:blipFill>
        <p:spPr>
          <a:xfrm>
            <a:off x="213120" y="143640"/>
            <a:ext cx="1112760" cy="861840"/>
          </a:xfrm>
          <a:prstGeom prst="rect">
            <a:avLst/>
          </a:prstGeom>
          <a:ln w="9360">
            <a:noFill/>
          </a:ln>
        </p:spPr>
      </p:pic>
      <p:pic>
        <p:nvPicPr>
          <p:cNvPr id="51" name="Picture 35"/>
          <p:cNvPicPr/>
          <p:nvPr/>
        </p:nvPicPr>
        <p:blipFill>
          <a:blip r:embed="rId15"/>
          <a:stretch/>
        </p:blipFill>
        <p:spPr>
          <a:xfrm>
            <a:off x="209520" y="3341880"/>
            <a:ext cx="1116000" cy="733680"/>
          </a:xfrm>
          <a:prstGeom prst="rect">
            <a:avLst/>
          </a:prstGeom>
          <a:ln w="93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64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68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5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933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32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69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4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6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1427040" y="1033920"/>
            <a:ext cx="7580160" cy="41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V&amp;V Results for Color String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2717640" y="4399200"/>
            <a:ext cx="715752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Hirad Mirhashemi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Organization (</a:t>
            </a: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Odyssey Space Research)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Date: </a:t>
            </a:r>
            <a:fld id="{15A66493-A20E-4807-87CB-3450BAC0E276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9/30/2025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(version 1) –  </a:t>
            </a:r>
            <a:fld id="{828B8B43-DAEA-4298-8040-BA23F5AF6FBD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9/30/2025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(latest)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</p:txBody>
      </p:sp>
      <p:sp>
        <p:nvSpPr>
          <p:cNvPr id="98" name="CustomShape 3"/>
          <p:cNvSpPr/>
          <p:nvPr/>
        </p:nvSpPr>
        <p:spPr>
          <a:xfrm>
            <a:off x="136800" y="4399200"/>
            <a:ext cx="255960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Artemis 2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Model V&amp;V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Outline</a:t>
            </a: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389880" cy="44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 and Use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Assumptions and Limitations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Project Status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Location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Associated Merge Requests and Commit Hashes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Inheritance and Dependencies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Inventory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Coding Standards Compliance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Architecture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Code Coverage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Verification / Validation Test Descriptions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Follow-on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Purpose and Use</a:t>
            </a: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latin typeface="Times New Roman"/>
              </a:rPr>
              <a:t>Apply the ANSI color codes to strings to change the color of the text or the background of the text to a desired color.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Models Using this Model: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latin typeface="Times New Roman"/>
              </a:rPr>
              <a:t>Used only in </a:t>
            </a:r>
            <a:r>
              <a:rPr lang="en-US" b="0" strike="noStrike" spc="-1" dirty="0" err="1">
                <a:latin typeface="Times New Roman"/>
              </a:rPr>
              <a:t>CMLMessage</a:t>
            </a:r>
            <a:r>
              <a:rPr lang="en-US" b="0" strike="noStrike" spc="-1" dirty="0">
                <a:latin typeface="Times New Roman"/>
              </a:rPr>
              <a:t> and </a:t>
            </a:r>
            <a:r>
              <a:rPr lang="en-US" b="0" strike="noStrike" spc="-1" dirty="0" err="1">
                <a:latin typeface="Times New Roman"/>
              </a:rPr>
              <a:t>MessagePrinter</a:t>
            </a:r>
            <a:r>
              <a:rPr lang="en-US" b="0" strike="noStrike" spc="-1" dirty="0">
                <a:latin typeface="Times New Roman"/>
              </a:rPr>
              <a:t>.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Assumptions and Limitations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Limited to the ANSI regular colors and backgrounds, and </a:t>
            </a:r>
            <a:r>
              <a:rPr lang="en-US" b="0" strike="noStrike" spc="-1" dirty="0">
                <a:solidFill>
                  <a:srgbClr val="0070C0"/>
                </a:solidFill>
                <a:latin typeface="Times New Roman"/>
              </a:rPr>
              <a:t>high intensity yellow</a:t>
            </a: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Antares Project Status</a:t>
            </a: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Requirements, Section B</a:t>
            </a:r>
            <a:r>
              <a:rPr lang="en-US" sz="2200" b="0" strike="noStrike" spc="-1">
                <a:latin typeface="Times New Roman"/>
              </a:rPr>
              <a:t>.7.2</a:t>
            </a:r>
            <a:endParaRPr lang="en-US" sz="22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Locations: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cml/models/utilities/</a:t>
            </a:r>
            <a:r>
              <a:rPr lang="en-US" sz="1800" b="0" strike="noStrike" spc="-1" dirty="0" err="1">
                <a:latin typeface="Times New Roman"/>
              </a:rPr>
              <a:t>color_string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Recent Merge Requests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chemeClr val="tx1"/>
                </a:solidFill>
                <a:latin typeface="Times New Roman"/>
              </a:rPr>
              <a:t>!2011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chemeClr val="tx1"/>
                </a:solidFill>
                <a:latin typeface="Times New Roman"/>
              </a:rPr>
              <a:t>!4174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70C0"/>
                </a:solidFill>
                <a:latin typeface="Times New Roman"/>
              </a:rPr>
              <a:t>!5074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Most Recent Commit Hash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70C0"/>
                </a:solidFill>
                <a:latin typeface="Times New Roman"/>
              </a:rPr>
              <a:t>3c7ee982812fbde6702ac29cbcb6df7b5e102e77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Inheritance and Dependencies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FE64F0-D7B7-CD7F-636E-B49063B2BD46}"/>
              </a:ext>
            </a:extLst>
          </p:cNvPr>
          <p:cNvSpPr txBox="1"/>
          <p:nvPr/>
        </p:nvSpPr>
        <p:spPr>
          <a:xfrm>
            <a:off x="87422" y="921716"/>
            <a:ext cx="638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Dependencies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No dependencies except for ANSI escape 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and color codes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b="0" i="0" dirty="0"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Inventory</a:t>
            </a: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7534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Documentation (docs/)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color_string.odt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color_string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.pdf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color_string</a:t>
            </a: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_presentation.pptx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color_string</a:t>
            </a: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_presentation.pdf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Headers (include/)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rgbClr val="0070C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color_string</a:t>
            </a:r>
            <a:r>
              <a:rPr lang="en-US" sz="1400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.hh</a:t>
            </a:r>
            <a:r>
              <a:rPr lang="en-US" sz="14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 code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src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None</a:t>
            </a: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935960" y="1005480"/>
            <a:ext cx="4753440" cy="4361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Verification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verif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/)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SIM_color_string</a:t>
            </a:r>
            <a:endParaRPr lang="en-US" sz="1400" kern="1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RUN_test</a:t>
            </a:r>
            <a:endParaRPr lang="en-US" sz="1400" kern="1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Validation (validation/)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None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endParaRPr lang="en-US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  <a:ea typeface="Noto Sans CJK SC"/>
              </a:rPr>
              <a:t>Code Review : </a:t>
            </a: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Coding Standards Compliance</a:t>
            </a: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Model is compliant</a:t>
            </a:r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Code Review : Architecture Review</a:t>
            </a: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935938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Single class,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ColorString</a:t>
            </a:r>
            <a:endParaRPr lang="en-US" sz="2200" b="0" strike="noStrike" spc="-1" dirty="0">
              <a:latin typeface="Times New Roman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5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Nine static methods to color the text: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black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red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green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yellow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blue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magenta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cyan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white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bright_yellow</a:t>
            </a:r>
            <a:endParaRPr lang="en-US" sz="1500" i="1" kern="1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endParaRPr lang="en-US" sz="1500" i="1" kern="1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F4BBB-E12C-B133-EFF0-D88AF635FD5C}"/>
              </a:ext>
            </a:extLst>
          </p:cNvPr>
          <p:cNvSpPr txBox="1"/>
          <p:nvPr/>
        </p:nvSpPr>
        <p:spPr>
          <a:xfrm>
            <a:off x="3734411" y="1282531"/>
            <a:ext cx="5365699" cy="3119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5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Eight static methods to color the background of the text: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black_background</a:t>
            </a:r>
            <a:endParaRPr lang="en-US" sz="1500" i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 err="1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red</a:t>
            </a:r>
            <a:r>
              <a:rPr lang="en-US" sz="1500" i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_background</a:t>
            </a:r>
            <a:endParaRPr lang="en-US" sz="1500" i="1" kern="100" dirty="0">
              <a:solidFill>
                <a:schemeClr val="tx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green_background</a:t>
            </a:r>
            <a:endParaRPr lang="en-US" sz="1500" i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yellow_background</a:t>
            </a:r>
            <a:endParaRPr lang="en-US" sz="1500" i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blue_background</a:t>
            </a:r>
            <a:endParaRPr lang="en-US" sz="1500" i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magenta_background</a:t>
            </a:r>
            <a:endParaRPr lang="en-US" sz="1500" i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cyan_background</a:t>
            </a:r>
            <a:endParaRPr lang="en-US" sz="1500" i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500" i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white_background</a:t>
            </a:r>
            <a:endParaRPr lang="en-US" sz="1500" i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845BCF5-4E50-012B-A383-976391726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082" y="2052554"/>
            <a:ext cx="9409090" cy="2267072"/>
          </a:xfrm>
          <a:prstGeom prst="rect">
            <a:avLst/>
          </a:prstGeom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Code Coverage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Initial Project Implementation</a:t>
            </a: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Used in only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CMLMessage</a:t>
            </a: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and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MessagePrinter</a:t>
            </a: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to color messages in the terminal</a:t>
            </a:r>
            <a:endParaRPr lang="en-US" sz="1800" kern="1200" spc="-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Verification:</a:t>
            </a: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59796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SIM_color_string</a:t>
            </a:r>
            <a:endParaRPr lang="en-US" sz="2200" b="0" strike="noStrike" spc="-1" dirty="0">
              <a:latin typeface="Times New Roman"/>
            </a:endParaRPr>
          </a:p>
          <a:p>
            <a:pPr marL="864000" lvl="1" indent="-324000" algn="l" rtl="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See model documentation, chapter 5</a:t>
            </a:r>
            <a:endParaRPr lang="en-US" sz="1800" dirty="0">
              <a:effectLst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Follow-on Work</a:t>
            </a: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No follow-on work is required</a:t>
            </a:r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005d458-45be-48ae-8140-d43da96dd17b}" enabled="0" method="" siteId="{7005d458-45be-48ae-8140-d43da96dd1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1895</TotalTime>
  <Words>361</Words>
  <Application>Microsoft Office PowerPoint</Application>
  <PresentationFormat>Custom</PresentationFormat>
  <Paragraphs>88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Courier New</vt:lpstr>
      <vt:lpstr>Symbol</vt:lpstr>
      <vt:lpstr>Times New Roman</vt:lpstr>
      <vt:lpstr>Wingdings</vt:lpstr>
      <vt:lpstr>Wingdings 3</vt:lpstr>
      <vt:lpstr>Office Theme</vt:lpstr>
      <vt:lpstr>Office Theme</vt:lpstr>
      <vt:lpstr>PowerPoint Presentation</vt:lpstr>
      <vt:lpstr>Outline</vt:lpstr>
      <vt:lpstr>Model Purpose and Use</vt:lpstr>
      <vt:lpstr>Antares Project Status</vt:lpstr>
      <vt:lpstr>Code Inheritance and Dependencies</vt:lpstr>
      <vt:lpstr>Model Inventory</vt:lpstr>
      <vt:lpstr>Code Review : Coding Standards Compliance</vt:lpstr>
      <vt:lpstr>Code Review : Architecture Review</vt:lpstr>
      <vt:lpstr>Code Review : Code Coverage </vt:lpstr>
      <vt:lpstr>Initial Project Implementation</vt:lpstr>
      <vt:lpstr>Verification:</vt:lpstr>
      <vt:lpstr>Follow-on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V&amp;V Presentation Template</dc:title>
  <dc:subject/>
  <dc:creator>Mirhashemi, Hirad (JSC-EG211)[Odyssey Space Research L.L.C.]</dc:creator>
  <dc:description/>
  <cp:lastModifiedBy>Mirhashemi, Hirad (JSC-EG211)[Odyssey Space Research L.L.C.]</cp:lastModifiedBy>
  <cp:revision>10</cp:revision>
  <dcterms:created xsi:type="dcterms:W3CDTF">2024-02-20T08:36:01Z</dcterms:created>
  <dcterms:modified xsi:type="dcterms:W3CDTF">2025-09-30T14:08:27Z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Gary Turner</vt:lpwstr>
  </property>
  <property fmtid="{D5CDD505-2E9C-101B-9397-08002B2CF9AE}" pid="3" name="Initial Date">
    <vt:lpwstr>February 2024</vt:lpwstr>
  </property>
  <property fmtid="{D5CDD505-2E9C-101B-9397-08002B2CF9AE}" pid="4" name="Organization">
    <vt:lpwstr>Odyssey Space Research</vt:lpwstr>
  </property>
</Properties>
</file>