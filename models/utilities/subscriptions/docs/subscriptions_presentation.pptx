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4CA61-C9E6-4691-90C8-BB69A7D3D3D1}" v="1" dt="2025-09-16T20:55:56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94"/>
  </p:normalViewPr>
  <p:slideViewPr>
    <p:cSldViewPr snapToGrid="0">
      <p:cViewPr varScale="1">
        <p:scale>
          <a:sx n="131" d="100"/>
          <a:sy n="131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hashemi, Hirad (JSC-EG211)[Odyssey Space Research L.L.C.]" userId="6f166bae-29d5-4689-9268-b70daf30da53" providerId="ADAL" clId="{E2BFDAB3-287B-4D75-9276-432F011E1A02}"/>
    <pc:docChg chg="undo custSel addSld delSld modSld addMainMaster delMainMaster modMainMaster">
      <pc:chgData name="Mirhashemi, Hirad (JSC-EG211)[Odyssey Space Research L.L.C.]" userId="6f166bae-29d5-4689-9268-b70daf30da53" providerId="ADAL" clId="{E2BFDAB3-287B-4D75-9276-432F011E1A02}" dt="2025-09-16T16:28:13.323" v="2979" actId="20577"/>
      <pc:docMkLst>
        <pc:docMk/>
      </pc:docMkLst>
      <pc:sldChg chg="modSp mod">
        <pc:chgData name="Mirhashemi, Hirad (JSC-EG211)[Odyssey Space Research L.L.C.]" userId="6f166bae-29d5-4689-9268-b70daf30da53" providerId="ADAL" clId="{E2BFDAB3-287B-4D75-9276-432F011E1A02}" dt="2025-08-05T19:53:04.963" v="1363" actId="12"/>
        <pc:sldMkLst>
          <pc:docMk/>
          <pc:sldMk cId="0" sldId="257"/>
        </pc:sldMkLst>
        <pc:spChg chg="mod">
          <ac:chgData name="Mirhashemi, Hirad (JSC-EG211)[Odyssey Space Research L.L.C.]" userId="6f166bae-29d5-4689-9268-b70daf30da53" providerId="ADAL" clId="{E2BFDAB3-287B-4D75-9276-432F011E1A02}" dt="2025-08-05T19:53:04.963" v="1363" actId="12"/>
          <ac:spMkLst>
            <pc:docMk/>
            <pc:sldMk cId="0" sldId="257"/>
            <ac:spMk id="100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E2BFDAB3-287B-4D75-9276-432F011E1A02}" dt="2025-08-06T19:46:11.141" v="2892" actId="20577"/>
        <pc:sldMkLst>
          <pc:docMk/>
          <pc:sldMk cId="0" sldId="258"/>
        </pc:sldMkLst>
        <pc:spChg chg="add">
          <ac:chgData name="Mirhashemi, Hirad (JSC-EG211)[Odyssey Space Research L.L.C.]" userId="6f166bae-29d5-4689-9268-b70daf30da53" providerId="ADAL" clId="{E2BFDAB3-287B-4D75-9276-432F011E1A02}" dt="2025-08-05T16:52:33.088" v="119"/>
          <ac:spMkLst>
            <pc:docMk/>
            <pc:sldMk cId="0" sldId="258"/>
            <ac:spMk id="2" creationId="{9F4C2F6B-FC72-4F57-2BBF-B5FD88EB7603}"/>
          </ac:spMkLst>
        </pc:spChg>
        <pc:spChg chg="add">
          <ac:chgData name="Mirhashemi, Hirad (JSC-EG211)[Odyssey Space Research L.L.C.]" userId="6f166bae-29d5-4689-9268-b70daf30da53" providerId="ADAL" clId="{E2BFDAB3-287B-4D75-9276-432F011E1A02}" dt="2025-08-05T16:52:35.610" v="120"/>
          <ac:spMkLst>
            <pc:docMk/>
            <pc:sldMk cId="0" sldId="258"/>
            <ac:spMk id="3" creationId="{AA39A193-3432-5A46-5DF5-4861D633AF08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9:46:11.141" v="2892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9-16T14:56:37.670" v="2896" actId="20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E2BFDAB3-287B-4D75-9276-432F011E1A02}" dt="2025-09-16T14:56:37.670" v="2896" actId="20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9-16T15:06:27.175" v="2900" actId="207"/>
        <pc:sldMkLst>
          <pc:docMk/>
          <pc:sldMk cId="0" sldId="260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9:57:12.505" v="1382" actId="478"/>
          <ac:spMkLst>
            <pc:docMk/>
            <pc:sldMk cId="0" sldId="260"/>
            <ac:spMk id="2" creationId="{C7A26915-AF35-3612-B1F2-DA37A446711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9-16T15:06:27.175" v="2900" actId="207"/>
          <ac:spMkLst>
            <pc:docMk/>
            <pc:sldMk cId="0" sldId="260"/>
            <ac:spMk id="3" creationId="{C6FE64F0-D7B7-CD7F-636E-B49063B2BD46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28.315" v="1508" actId="478"/>
          <ac:spMkLst>
            <pc:docMk/>
            <pc:sldMk cId="0" sldId="260"/>
            <ac:spMk id="5" creationId="{39BCF973-CFA2-5512-A2C5-E2009DD2DF1E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1:52:51.530" v="2090" actId="478"/>
          <ac:spMkLst>
            <pc:docMk/>
            <pc:sldMk cId="0" sldId="260"/>
            <ac:spMk id="7" creationId="{E57878F2-7D17-6E01-6A80-49B1D3FF8799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1:52:44.981" v="2089"/>
          <ac:spMkLst>
            <pc:docMk/>
            <pc:sldMk cId="0" sldId="260"/>
            <ac:spMk id="8" creationId="{14494E48-DB1A-4A7A-4862-6A20B23C709A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39.183" v="1510" actId="478"/>
          <ac:spMkLst>
            <pc:docMk/>
            <pc:sldMk cId="0" sldId="260"/>
            <ac:spMk id="106" creationId="{00000000-0000-0000-0000-000000000000}"/>
          </ac:spMkLst>
        </pc:spChg>
      </pc:sldChg>
      <pc:sldChg chg="addSp delSp modSp mod chgLayout">
        <pc:chgData name="Mirhashemi, Hirad (JSC-EG211)[Odyssey Space Research L.L.C.]" userId="6f166bae-29d5-4689-9268-b70daf30da53" providerId="ADAL" clId="{E2BFDAB3-287B-4D75-9276-432F011E1A02}" dt="2025-09-16T15:07:34.418" v="2912" actId="20577"/>
        <pc:sldMkLst>
          <pc:docMk/>
          <pc:sldMk cId="0" sldId="261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2" creationId="{D96EB3A6-1296-014D-A6C1-89C64011A46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3" creationId="{E012A89F-9819-AE0E-38AD-5763BF76AD58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6:14.788" v="962" actId="478"/>
          <ac:spMkLst>
            <pc:docMk/>
            <pc:sldMk cId="0" sldId="261"/>
            <ac:spMk id="5" creationId="{CC256801-C436-A3C1-C08F-75F59154293D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107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9-16T15:07:34.418" v="2912" actId="20577"/>
          <ac:spMkLst>
            <pc:docMk/>
            <pc:sldMk cId="0" sldId="261"/>
            <ac:spMk id="108" creationId="{00000000-0000-0000-0000-000000000000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9-16T15:07:03.214" v="2909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5T21:47:33.117" v="2006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E2BFDAB3-287B-4D75-9276-432F011E1A02}" dt="2025-08-05T21:47:33.117" v="2006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6T16:31:46.723" v="2431" actId="1076"/>
        <pc:sldMkLst>
          <pc:docMk/>
          <pc:sldMk cId="0" sldId="264"/>
        </pc:sldMkLst>
        <pc:picChg chg="add del mod">
          <ac:chgData name="Mirhashemi, Hirad (JSC-EG211)[Odyssey Space Research L.L.C.]" userId="6f166bae-29d5-4689-9268-b70daf30da53" providerId="ADAL" clId="{E2BFDAB3-287B-4D75-9276-432F011E1A02}" dt="2025-08-06T16:31:37.113" v="2427" actId="478"/>
          <ac:picMkLst>
            <pc:docMk/>
            <pc:sldMk cId="0" sldId="264"/>
            <ac:picMk id="3" creationId="{4D8A5364-FEC8-28B3-09B6-2B1DE4B49698}"/>
          </ac:picMkLst>
        </pc:picChg>
        <pc:picChg chg="add mod">
          <ac:chgData name="Mirhashemi, Hirad (JSC-EG211)[Odyssey Space Research L.L.C.]" userId="6f166bae-29d5-4689-9268-b70daf30da53" providerId="ADAL" clId="{E2BFDAB3-287B-4D75-9276-432F011E1A02}" dt="2025-08-06T16:31:46.723" v="2431" actId="1076"/>
          <ac:picMkLst>
            <pc:docMk/>
            <pc:sldMk cId="0" sldId="264"/>
            <ac:picMk id="5" creationId="{E9C070B0-BD0E-79D2-B6D4-FE60778D12D0}"/>
          </ac:picMkLst>
        </pc:picChg>
        <pc:picChg chg="add del mod">
          <ac:chgData name="Mirhashemi, Hirad (JSC-EG211)[Odyssey Space Research L.L.C.]" userId="6f166bae-29d5-4689-9268-b70daf30da53" providerId="ADAL" clId="{E2BFDAB3-287B-4D75-9276-432F011E1A02}" dt="2025-08-06T16:31:18.163" v="2421" actId="478"/>
          <ac:picMkLst>
            <pc:docMk/>
            <pc:sldMk cId="0" sldId="264"/>
            <ac:picMk id="7" creationId="{B8052D3A-96F0-290A-CD6C-B536009779EE}"/>
          </ac:picMkLst>
        </pc:picChg>
        <pc:picChg chg="add mod ord">
          <ac:chgData name="Mirhashemi, Hirad (JSC-EG211)[Odyssey Space Research L.L.C.]" userId="6f166bae-29d5-4689-9268-b70daf30da53" providerId="ADAL" clId="{E2BFDAB3-287B-4D75-9276-432F011E1A02}" dt="2025-08-06T16:31:35.311" v="2426" actId="167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E2BFDAB3-287B-4D75-9276-432F011E1A02}" dt="2025-09-16T16:27:57.061" v="2976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E2BFDAB3-287B-4D75-9276-432F011E1A02}" dt="2025-09-16T16:27:57.061" v="2976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9-16T16:28:13.323" v="2979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E2BFDAB3-287B-4D75-9276-432F011E1A02}" dt="2025-08-06T15:32:00.972" v="2124" actId="20577"/>
          <ac:spMkLst>
            <pc:docMk/>
            <pc:sldMk cId="0" sldId="266"/>
            <ac:spMk id="117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9-16T16:28:13.323" v="2979" actId="20577"/>
          <ac:spMkLst>
            <pc:docMk/>
            <pc:sldMk cId="0" sldId="266"/>
            <ac:spMk id="118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57.457" v="2211" actId="20577"/>
        <pc:sldMkLst>
          <pc:docMk/>
          <pc:sldMk cId="0" sldId="267"/>
        </pc:sldMkLst>
        <pc:spChg chg="mod">
          <ac:chgData name="Mirhashemi, Hirad (JSC-EG211)[Odyssey Space Research L.L.C.]" userId="6f166bae-29d5-4689-9268-b70daf30da53" providerId="ADAL" clId="{E2BFDAB3-287B-4D75-9276-432F011E1A02}" dt="2025-08-06T15:32:57.457" v="2211" actId="20577"/>
          <ac:spMkLst>
            <pc:docMk/>
            <pc:sldMk cId="0" sldId="267"/>
            <ac:spMk id="120" creationId="{00000000-0000-0000-0000-000000000000}"/>
          </ac:spMkLst>
        </pc:spChg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17:52:58.927" v="809" actId="2890"/>
        <pc:sldMkLst>
          <pc:docMk/>
          <pc:sldMk cId="640637334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2:53.310" v="801" actId="478"/>
          <ac:spMkLst>
            <pc:docMk/>
            <pc:sldMk cId="640637334" sldId="268"/>
            <ac:spMk id="3" creationId="{CDFA8863-74BC-C33F-282D-4144410FBD7B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7.346" v="806" actId="478"/>
          <ac:spMkLst>
            <pc:docMk/>
            <pc:sldMk cId="640637334" sldId="268"/>
            <ac:spMk id="5" creationId="{E56B2C01-BBE8-C012-0AC2-CDCC4504E5C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8.534" v="808"/>
          <ac:spMkLst>
            <pc:docMk/>
            <pc:sldMk cId="640637334" sldId="268"/>
            <ac:spMk id="108" creationId="{00000000-0000-0000-0000-000000000000}"/>
          </ac:spMkLst>
        </pc:spChg>
      </pc:sldChg>
      <pc:sldChg chg="new del">
        <pc:chgData name="Mirhashemi, Hirad (JSC-EG211)[Odyssey Space Research L.L.C.]" userId="6f166bae-29d5-4689-9268-b70daf30da53" providerId="ADAL" clId="{E2BFDAB3-287B-4D75-9276-432F011E1A02}" dt="2025-08-05T17:54:02.730" v="827" actId="47"/>
        <pc:sldMkLst>
          <pc:docMk/>
          <pc:sldMk cId="3017205509" sldId="268"/>
        </pc:sldMkLst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20:48:11.928" v="1789" actId="2696"/>
        <pc:sldMkLst>
          <pc:docMk/>
          <pc:sldMk cId="3336341149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8:56.316" v="912" actId="478"/>
          <ac:spMkLst>
            <pc:docMk/>
            <pc:sldMk cId="3336341149" sldId="268"/>
            <ac:spMk id="3" creationId="{DDA79372-2B86-E3D7-18D4-1AC8958F7F1D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44:58.950" v="1676" actId="20577"/>
          <ac:spMkLst>
            <pc:docMk/>
            <pc:sldMk cId="3336341149" sldId="268"/>
            <ac:spMk id="108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9:02.063" v="915" actId="20577"/>
          <ac:spMkLst>
            <pc:docMk/>
            <pc:sldMk cId="3336341149" sldId="268"/>
            <ac:spMk id="109" creationId="{00000000-0000-0000-0000-000000000000}"/>
          </ac:spMkLst>
        </pc:spChg>
      </pc:sldChg>
      <pc:sldChg chg="modSp add del mod">
        <pc:chgData name="Mirhashemi, Hirad (JSC-EG211)[Odyssey Space Research L.L.C.]" userId="6f166bae-29d5-4689-9268-b70daf30da53" providerId="ADAL" clId="{E2BFDAB3-287B-4D75-9276-432F011E1A02}" dt="2025-08-05T20:44:02.967" v="1658" actId="2696"/>
        <pc:sldMkLst>
          <pc:docMk/>
          <pc:sldMk cId="3244620982" sldId="269"/>
        </pc:sldMkLst>
        <pc:spChg chg="mod">
          <ac:chgData name="Mirhashemi, Hirad (JSC-EG211)[Odyssey Space Research L.L.C.]" userId="6f166bae-29d5-4689-9268-b70daf30da53" providerId="ADAL" clId="{E2BFDAB3-287B-4D75-9276-432F011E1A02}" dt="2025-08-05T20:04:46.652" v="1551" actId="20577"/>
          <ac:spMkLst>
            <pc:docMk/>
            <pc:sldMk cId="3244620982" sldId="269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04:59.110" v="1556" actId="14"/>
          <ac:spMkLst>
            <pc:docMk/>
            <pc:sldMk cId="3244620982" sldId="269"/>
            <ac:spMk id="109" creationId="{00000000-0000-0000-0000-000000000000}"/>
          </ac:spMkLst>
        </pc:spChg>
      </pc:sldChg>
      <pc:sldMasterChg chg="addSp delSp modSp mod modSldLayout">
        <pc:chgData name="Mirhashemi, Hirad (JSC-EG211)[Odyssey Space Research L.L.C.]" userId="6f166bae-29d5-4689-9268-b70daf30da53" providerId="ADAL" clId="{E2BFDAB3-287B-4D75-9276-432F011E1A02}" dt="2025-08-06T18:55:55.663" v="2519" actId="20577"/>
        <pc:sldMasterMkLst>
          <pc:docMk/>
          <pc:sldMasterMk cId="0" sldId="2147483648"/>
        </pc:sldMasterMkLst>
        <pc:spChg chg="mod ord">
          <ac:chgData name="Mirhashemi, Hirad (JSC-EG211)[Odyssey Space Research L.L.C.]" userId="6f166bae-29d5-4689-9268-b70daf30da53" providerId="ADAL" clId="{E2BFDAB3-287B-4D75-9276-432F011E1A02}" dt="2025-08-06T18:55:55.663" v="2519" actId="20577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6:33:21.948" v="2516" actId="20577"/>
          <ac:spMkLst>
            <pc:docMk/>
            <pc:sldMasterMk cId="0" sldId="2147483648"/>
            <ac:spMk id="6" creationId="{00000000-0000-0000-0000-000000000000}"/>
          </ac:spMkLst>
        </pc:spChg>
        <pc:spChg chg="del mod">
          <ac:chgData name="Mirhashemi, Hirad (JSC-EG211)[Odyssey Space Research L.L.C.]" userId="6f166bae-29d5-4689-9268-b70daf30da53" providerId="ADAL" clId="{E2BFDAB3-287B-4D75-9276-432F011E1A02}" dt="2025-08-05T19:27:15.876" v="1203" actId="478"/>
          <ac:spMkLst>
            <pc:docMk/>
            <pc:sldMasterMk cId="0" sldId="2147483648"/>
            <ac:spMk id="8" creationId="{00000000-0000-0000-0000-00000000000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19:33:17.806" v="1289" actId="767"/>
          <ac:spMkLst>
            <pc:docMk/>
            <pc:sldMasterMk cId="0" sldId="2147483648"/>
            <ac:spMk id="9" creationId="{A51A3C18-6813-1DDE-7121-7EFA5E05573C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0:57.420" v="1625" actId="478"/>
          <ac:spMkLst>
            <pc:docMk/>
            <pc:sldMasterMk cId="0" sldId="2147483648"/>
            <ac:spMk id="10" creationId="{24DB2BE0-514C-B9CE-4D8E-EC7CAF0B34B9}"/>
          </ac:spMkLst>
        </pc:spChg>
        <pc:sldLayoutChg chg="modSp mod">
          <pc:chgData name="Mirhashemi, Hirad (JSC-EG211)[Odyssey Space Research L.L.C.]" userId="6f166bae-29d5-4689-9268-b70daf30da53" providerId="ADAL" clId="{E2BFDAB3-287B-4D75-9276-432F011E1A02}" dt="2025-08-05T19:30:03.701" v="1249" actId="20577"/>
          <pc:sldLayoutMkLst>
            <pc:docMk/>
            <pc:sldMasterMk cId="0" sldId="2147483648"/>
            <pc:sldLayoutMk cId="0" sldId="2147483650"/>
          </pc:sldLayoutMkLst>
          <pc:spChg chg="mod">
            <ac:chgData name="Mirhashemi, Hirad (JSC-EG211)[Odyssey Space Research L.L.C.]" userId="6f166bae-29d5-4689-9268-b70daf30da53" providerId="ADAL" clId="{E2BFDAB3-287B-4D75-9276-432F011E1A02}" dt="2025-08-05T19:30:03.701" v="1249" actId="20577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</pc:sldLayoutChg>
        <pc:sldLayoutChg chg="addSp delSp modSp mod">
          <pc:chgData name="Mirhashemi, Hirad (JSC-EG211)[Odyssey Space Research L.L.C.]" userId="6f166bae-29d5-4689-9268-b70daf30da53" providerId="ADAL" clId="{E2BFDAB3-287B-4D75-9276-432F011E1A02}" dt="2025-08-05T20:13:33.052" v="1618" actId="478"/>
          <pc:sldLayoutMkLst>
            <pc:docMk/>
            <pc:sldMasterMk cId="0" sldId="2147483648"/>
            <pc:sldLayoutMk cId="0" sldId="2147483651"/>
          </pc:sldLayoutMkLst>
          <pc:spChg chg="add del mod">
            <ac:chgData name="Mirhashemi, Hirad (JSC-EG211)[Odyssey Space Research L.L.C.]" userId="6f166bae-29d5-4689-9268-b70daf30da53" providerId="ADAL" clId="{E2BFDAB3-287B-4D75-9276-432F011E1A02}" dt="2025-08-05T20:13:33.052" v="1618" actId="478"/>
            <ac:spMkLst>
              <pc:docMk/>
              <pc:sldMasterMk cId="0" sldId="2147483648"/>
              <pc:sldLayoutMk cId="0" sldId="2147483651"/>
              <ac:spMk id="3" creationId="{1CE5ED50-33FC-7009-FEFA-19BB642C2C3A}"/>
            </ac:spMkLst>
          </pc:spChg>
          <pc:spChg chg="add del mod">
            <ac:chgData name="Mirhashemi, Hirad (JSC-EG211)[Odyssey Space Research L.L.C.]" userId="6f166bae-29d5-4689-9268-b70daf30da53" providerId="ADAL" clId="{E2BFDAB3-287B-4D75-9276-432F011E1A02}" dt="2025-08-05T19:52:31.488" v="1359" actId="478"/>
            <ac:spMkLst>
              <pc:docMk/>
              <pc:sldMasterMk cId="0" sldId="2147483648"/>
              <pc:sldLayoutMk cId="0" sldId="2147483651"/>
              <ac:spMk id="10" creationId="{00000000-0000-0000-0000-000000000000}"/>
            </ac:spMkLst>
          </pc:spChg>
        </pc:sldLayoutChg>
      </pc:sldMasterChg>
      <pc:sldMasterChg chg="modSp">
        <pc:chgData name="Mirhashemi, Hirad (JSC-EG211)[Odyssey Space Research L.L.C.]" userId="6f166bae-29d5-4689-9268-b70daf30da53" providerId="ADAL" clId="{E2BFDAB3-287B-4D75-9276-432F011E1A02}" dt="2025-08-05T19:17:43.569" v="1089" actId="20577"/>
        <pc:sldMasterMkLst>
          <pc:docMk/>
          <pc:sldMasterMk cId="95852377" sldId="2147483674"/>
        </pc:sldMasterMkLst>
        <pc:spChg chg="mod">
          <ac:chgData name="Mirhashemi, Hirad (JSC-EG211)[Odyssey Space Research L.L.C.]" userId="6f166bae-29d5-4689-9268-b70daf30da53" providerId="ADAL" clId="{E2BFDAB3-287B-4D75-9276-432F011E1A02}" dt="2025-08-05T19:17:43.569" v="1089" actId="20577"/>
          <ac:spMkLst>
            <pc:docMk/>
            <pc:sldMasterMk cId="95852377" sldId="2147483674"/>
            <ac:spMk id="8" creationId="{00000000-0000-0000-0000-000000000000}"/>
          </ac:spMkLst>
        </pc:spChg>
      </pc:sldMasterChg>
      <pc:sldMasterChg chg="new del mod addSldLayout">
        <pc:chgData name="Mirhashemi, Hirad (JSC-EG211)[Odyssey Space Research L.L.C.]" userId="6f166bae-29d5-4689-9268-b70daf30da53" providerId="ADAL" clId="{E2BFDAB3-287B-4D75-9276-432F011E1A02}" dt="2025-08-05T20:41:26.792" v="1628" actId="2696"/>
        <pc:sldMasterMkLst>
          <pc:docMk/>
          <pc:sldMasterMk cId="3716476896" sldId="2147483674"/>
        </pc:sldMasterMkLst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188381" sldId="2147483675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487546376" sldId="2147483676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66729760" sldId="2147483677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678056093" sldId="2147483678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463508" sldId="2147483679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812375913" sldId="2147483680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22614103" sldId="2147483681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292114645" sldId="2147483682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218569316" sldId="2147483683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025604196" sldId="2147483684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419385318" sldId="2147483685"/>
          </pc:sldLayoutMkLst>
        </pc:sldLayoutChg>
      </pc:sldMasterChg>
      <pc:sldMasterChg chg="add del mod addSldLayout modSldLayout">
        <pc:chgData name="Mirhashemi, Hirad (JSC-EG211)[Odyssey Space Research L.L.C.]" userId="6f166bae-29d5-4689-9268-b70daf30da53" providerId="ADAL" clId="{E2BFDAB3-287B-4D75-9276-432F011E1A02}" dt="2025-08-05T20:41:08.448" v="1627" actId="2696"/>
        <pc:sldMasterMkLst>
          <pc:docMk/>
          <pc:sldMasterMk cId="44366847" sldId="2147483686"/>
        </pc:sldMasterMkLst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553000517" sldId="214748368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328542705" sldId="2147483688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145339772" sldId="2147483689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890872" sldId="2147483690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718901194" sldId="2147483691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87627176" sldId="2147483692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115538" sldId="2147483693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460528961" sldId="2147483694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9408855" sldId="2147483695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7406421" sldId="2147483696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589472099" sldId="214748369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882037461" sldId="2147483698"/>
          </pc:sldLayoutMkLst>
        </pc:sldLayoutChg>
      </pc:sldMasterChg>
    </pc:docChg>
  </pc:docChgLst>
  <pc:docChgLst>
    <pc:chgData name="Mirhashemi, Hirad (JSC-EG211)[Odyssey Space Research L.L.C.]" userId="6f166bae-29d5-4689-9268-b70daf30da53" providerId="ADAL" clId="{97D4CA61-C9E6-4691-90C8-BB69A7D3D3D1}"/>
    <pc:docChg chg="undo custSel modSld modMainMaster">
      <pc:chgData name="Mirhashemi, Hirad (JSC-EG211)[Odyssey Space Research L.L.C.]" userId="6f166bae-29d5-4689-9268-b70daf30da53" providerId="ADAL" clId="{97D4CA61-C9E6-4691-90C8-BB69A7D3D3D1}" dt="2025-09-17T20:02:01.805" v="1584" actId="255"/>
      <pc:docMkLst>
        <pc:docMk/>
      </pc:docMkLst>
      <pc:sldChg chg="modSp mod">
        <pc:chgData name="Mirhashemi, Hirad (JSC-EG211)[Odyssey Space Research L.L.C.]" userId="6f166bae-29d5-4689-9268-b70daf30da53" providerId="ADAL" clId="{97D4CA61-C9E6-4691-90C8-BB69A7D3D3D1}" dt="2025-09-16T20:12:27.165" v="12" actId="20577"/>
        <pc:sldMkLst>
          <pc:docMk/>
          <pc:sldMk cId="0" sldId="256"/>
        </pc:sldMkLst>
        <pc:spChg chg="mod">
          <ac:chgData name="Mirhashemi, Hirad (JSC-EG211)[Odyssey Space Research L.L.C.]" userId="6f166bae-29d5-4689-9268-b70daf30da53" providerId="ADAL" clId="{97D4CA61-C9E6-4691-90C8-BB69A7D3D3D1}" dt="2025-09-16T20:12:27.165" v="12" actId="20577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7D4CA61-C9E6-4691-90C8-BB69A7D3D3D1}" dt="2025-09-17T17:03:53.894" v="1187" actId="2057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97D4CA61-C9E6-4691-90C8-BB69A7D3D3D1}" dt="2025-09-17T17:03:53.894" v="1187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7D4CA61-C9E6-4691-90C8-BB69A7D3D3D1}" dt="2025-09-17T20:01:19.971" v="1563" actId="12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97D4CA61-C9E6-4691-90C8-BB69A7D3D3D1}" dt="2025-09-17T20:01:19.971" v="1563" actId="12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7D4CA61-C9E6-4691-90C8-BB69A7D3D3D1}" dt="2025-09-17T20:02:01.805" v="1584" actId="255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97D4CA61-C9E6-4691-90C8-BB69A7D3D3D1}" dt="2025-09-17T20:02:01.805" v="1584" actId="255"/>
          <ac:spMkLst>
            <pc:docMk/>
            <pc:sldMk cId="0" sldId="260"/>
            <ac:spMk id="3" creationId="{C6FE64F0-D7B7-CD7F-636E-B49063B2BD46}"/>
          </ac:spMkLst>
        </pc:spChg>
      </pc:sldChg>
      <pc:sldChg chg="modSp mod">
        <pc:chgData name="Mirhashemi, Hirad (JSC-EG211)[Odyssey Space Research L.L.C.]" userId="6f166bae-29d5-4689-9268-b70daf30da53" providerId="ADAL" clId="{97D4CA61-C9E6-4691-90C8-BB69A7D3D3D1}" dt="2025-09-17T19:55:31.956" v="1234" actId="20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97D4CA61-C9E6-4691-90C8-BB69A7D3D3D1}" dt="2025-09-17T19:55:29.204" v="1233" actId="207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97D4CA61-C9E6-4691-90C8-BB69A7D3D3D1}" dt="2025-09-17T19:55:31.956" v="1234" actId="20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7D4CA61-C9E6-4691-90C8-BB69A7D3D3D1}" dt="2025-09-17T20:00:34.150" v="1556" actId="1036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97D4CA61-C9E6-4691-90C8-BB69A7D3D3D1}" dt="2025-09-17T20:00:34.150" v="1556" actId="1036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97D4CA61-C9E6-4691-90C8-BB69A7D3D3D1}" dt="2025-09-16T20:56:15.967" v="590" actId="1076"/>
        <pc:sldMkLst>
          <pc:docMk/>
          <pc:sldMk cId="0" sldId="264"/>
        </pc:sldMkLst>
        <pc:picChg chg="add del mod">
          <ac:chgData name="Mirhashemi, Hirad (JSC-EG211)[Odyssey Space Research L.L.C.]" userId="6f166bae-29d5-4689-9268-b70daf30da53" providerId="ADAL" clId="{97D4CA61-C9E6-4691-90C8-BB69A7D3D3D1}" dt="2025-09-16T20:56:09.161" v="588" actId="478"/>
          <ac:picMkLst>
            <pc:docMk/>
            <pc:sldMk cId="0" sldId="264"/>
            <ac:picMk id="5" creationId="{E9C070B0-BD0E-79D2-B6D4-FE60778D12D0}"/>
          </ac:picMkLst>
        </pc:picChg>
        <pc:picChg chg="add del mod">
          <ac:chgData name="Mirhashemi, Hirad (JSC-EG211)[Odyssey Space Research L.L.C.]" userId="6f166bae-29d5-4689-9268-b70daf30da53" providerId="ADAL" clId="{97D4CA61-C9E6-4691-90C8-BB69A7D3D3D1}" dt="2025-09-16T20:56:15.967" v="590" actId="1076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97D4CA61-C9E6-4691-90C8-BB69A7D3D3D1}" dt="2025-09-16T20:58:34.729" v="747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97D4CA61-C9E6-4691-90C8-BB69A7D3D3D1}" dt="2025-09-16T20:58:34.729" v="747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7D4CA61-C9E6-4691-90C8-BB69A7D3D3D1}" dt="2025-09-16T20:56:56.508" v="599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97D4CA61-C9E6-4691-90C8-BB69A7D3D3D1}" dt="2025-09-16T20:56:56.508" v="599" actId="20577"/>
          <ac:spMkLst>
            <pc:docMk/>
            <pc:sldMk cId="0" sldId="266"/>
            <ac:spMk id="118" creationId="{00000000-0000-0000-0000-000000000000}"/>
          </ac:spMkLst>
        </pc:spChg>
      </pc:sldChg>
      <pc:sldMasterChg chg="modSp mod">
        <pc:chgData name="Mirhashemi, Hirad (JSC-EG211)[Odyssey Space Research L.L.C.]" userId="6f166bae-29d5-4689-9268-b70daf30da53" providerId="ADAL" clId="{97D4CA61-C9E6-4691-90C8-BB69A7D3D3D1}" dt="2025-09-16T20:12:43.943" v="26" actId="20577"/>
        <pc:sldMasterMkLst>
          <pc:docMk/>
          <pc:sldMasterMk cId="0" sldId="2147483648"/>
        </pc:sldMasterMkLst>
        <pc:spChg chg="mod">
          <ac:chgData name="Mirhashemi, Hirad (JSC-EG211)[Odyssey Space Research L.L.C.]" userId="6f166bae-29d5-4689-9268-b70daf30da53" providerId="ADAL" clId="{97D4CA61-C9E6-4691-90C8-BB69A7D3D3D1}" dt="2025-09-16T20:12:43.943" v="26" actId="20577"/>
          <ac:spMkLst>
            <pc:docMk/>
            <pc:sldMasterMk cId="0" sldId="2147483648"/>
            <ac:spMk id="5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828675"/>
            <a:ext cx="7275512" cy="4092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31C97FCD-0B7D-48EB-B144-F2E92E5975D0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4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80" y="5485680"/>
            <a:ext cx="5032154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  ANTARES Model V&amp;V</a:t>
            </a:r>
            <a:r>
              <a:rPr lang="en-US" sz="1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Subscriptions — Hirad Mirhashemi</a:t>
            </a:r>
            <a:endParaRPr lang="en-US" sz="11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800" indent="0" algn="l" defTabSz="914400" rtl="0" eaLnBrk="1" latinLnBrk="0" hangingPunct="1">
        <a:lnSpc>
          <a:spcPct val="90000"/>
        </a:lnSpc>
        <a:spcBef>
          <a:spcPts val="1000"/>
        </a:spcBef>
        <a:buSzPct val="75000"/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V&amp;V Results for Subscriptions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Hirad Mirhashemi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9/17/2025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9/17/2025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Serves as a base class to facilitate the activation and deactivation of models as they are needed at different phases of a complex simulation.</a:t>
            </a:r>
            <a:endParaRPr lang="en-US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Inherited by most higher-level models.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It is assumed that higher-level models will override the virtual methods as needed to implement customized </a:t>
            </a:r>
            <a:r>
              <a:rPr lang="en-US" spc="-1">
                <a:solidFill>
                  <a:srgbClr val="000000"/>
                </a:solidFill>
                <a:latin typeface="Times New Roman"/>
              </a:rPr>
              <a:t>subscription behavior.</a:t>
            </a:r>
            <a:endParaRPr lang="en-US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cml/models/utilities/subscriptions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70C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70C0"/>
                </a:solidFill>
                <a:latin typeface="Times New Roman"/>
              </a:rPr>
              <a:t>!5656</a:t>
            </a:r>
            <a:endParaRPr lang="en-US" sz="1800" b="0" strike="noStrike" spc="-1" dirty="0">
              <a:solidFill>
                <a:srgbClr val="0070C0"/>
              </a:solidFill>
              <a:latin typeface="Times New Roman"/>
            </a:endParaRPr>
          </a:p>
          <a:p>
            <a:pPr marL="864000" lvl="1" indent="-324000">
              <a:buClr>
                <a:srgbClr val="0070C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</a:t>
            </a:r>
            <a:r>
              <a:rPr lang="en-US" spc="-1" dirty="0">
                <a:solidFill>
                  <a:srgbClr val="0070C0"/>
                </a:solidFill>
                <a:latin typeface="Times New Roman"/>
              </a:rPr>
              <a:t>6353</a:t>
            </a:r>
            <a:endParaRPr lang="en-US" sz="1800" b="0" strike="noStrike" spc="-1" dirty="0">
              <a:solidFill>
                <a:srgbClr val="0070C0"/>
              </a:solidFill>
              <a:latin typeface="Times New Roman"/>
            </a:endParaRPr>
          </a:p>
          <a:p>
            <a:pPr marL="864000" lvl="1" indent="-324000">
              <a:buClr>
                <a:srgbClr val="0070C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!6758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70C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a5f4615cb4ebdb581716307d1317dc825cb9eadb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64F0-D7B7-CD7F-636E-B49063B2BD46}"/>
              </a:ext>
            </a:extLst>
          </p:cNvPr>
          <p:cNvSpPr txBox="1"/>
          <p:nvPr/>
        </p:nvSpPr>
        <p:spPr>
          <a:xfrm>
            <a:off x="87422" y="921716"/>
            <a:ext cx="2862387" cy="1505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CML: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CMLMessage</a:t>
            </a:r>
            <a:endParaRPr lang="en-US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40000" lvl="1">
              <a:buClr>
                <a:srgbClr val="000000"/>
              </a:buClr>
              <a:buSzPct val="75000"/>
            </a:pPr>
            <a:endParaRPr lang="en-US" b="0" i="0" dirty="0">
              <a:solidFill>
                <a:srgbClr val="C00000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Documentation (docs/)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subscriptions.odt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.pdf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_presentation.pptx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_presentation.pdf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Headers (include/)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</a:t>
            </a: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.hh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 code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src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</a:t>
            </a:r>
            <a:r>
              <a:rPr lang="en-US" sz="1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.cc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361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Verification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SIM_unit_subs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RUN_01_multiple_subscriptions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RUN_02_</a:t>
            </a: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not_initialized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RUN_03_</a:t>
            </a: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initialize_with_pending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RUN_04_subscribe_disable_init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RUN_05_subscribe_init_disable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RUN_06_disabled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RUN_07_activation_fails</a:t>
            </a:r>
            <a:endParaRPr lang="en-US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RUN_08_getters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Validation (validation/)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3474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</a:rPr>
              <a:t>Single class,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imes New Roman"/>
              </a:rPr>
              <a:t>SubscriptionBase</a:t>
            </a:r>
            <a:endParaRPr lang="en-US" sz="3200" spc="-1" dirty="0">
              <a:solidFill>
                <a:srgbClr val="00000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endParaRPr lang="en-US" sz="900" b="0" strike="noStrike" spc="-1" dirty="0">
              <a:latin typeface="Times New Roman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Single methods: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virtual void subscribe()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dirty="0">
                <a:solidFill>
                  <a:srgbClr val="0070C0"/>
                </a:solidFill>
                <a:latin typeface="+mj-lt"/>
              </a:rPr>
              <a:t>virtual void </a:t>
            </a:r>
            <a:r>
              <a:rPr lang="en-US" sz="2200" b="0" i="0" dirty="0">
                <a:solidFill>
                  <a:srgbClr val="0070C0"/>
                </a:solidFill>
                <a:effectLst/>
                <a:latin typeface="+mj-lt"/>
              </a:rPr>
              <a:t>un</a:t>
            </a:r>
            <a:r>
              <a:rPr lang="en-US" sz="2200" b="0" i="1" strike="noStrike" spc="-1" dirty="0">
                <a:solidFill>
                  <a:srgbClr val="0070C0"/>
                </a:solidFill>
                <a:latin typeface="Times New Roman"/>
              </a:rPr>
              <a:t>subscribe()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dirty="0">
                <a:solidFill>
                  <a:srgbClr val="0070C0"/>
                </a:solidFill>
                <a:latin typeface="+mj-lt"/>
              </a:rPr>
              <a:t>virtual void </a:t>
            </a:r>
            <a:r>
              <a:rPr lang="en-US" sz="2200" b="0" i="1" strike="noStrike" spc="-1" dirty="0">
                <a:solidFill>
                  <a:srgbClr val="0070C0"/>
                </a:solidFill>
                <a:latin typeface="Times New Roman"/>
              </a:rPr>
              <a:t>initialize()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dirty="0">
                <a:latin typeface="+mj-lt"/>
              </a:rPr>
              <a:t>virtual void </a:t>
            </a:r>
            <a:r>
              <a:rPr lang="en-US" sz="2200" b="0" i="1" strike="noStrike" spc="-1" dirty="0">
                <a:solidFill>
                  <a:srgbClr val="000000"/>
                </a:solidFill>
                <a:latin typeface="Times New Roman"/>
              </a:rPr>
              <a:t>disable()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b="0" i="1" dirty="0">
                <a:effectLst/>
                <a:latin typeface="+mj-lt"/>
              </a:rPr>
              <a:t>void </a:t>
            </a:r>
            <a:r>
              <a:rPr lang="en-US" sz="2200" b="0" i="1" strike="noStrike" spc="-1" dirty="0" err="1">
                <a:solidFill>
                  <a:srgbClr val="000000"/>
                </a:solidFill>
                <a:latin typeface="Times New Roman"/>
              </a:rPr>
              <a:t>subscribe_internal</a:t>
            </a:r>
            <a:r>
              <a:rPr lang="en-US" sz="2200" b="0" i="1" strike="noStrike" spc="-1" dirty="0">
                <a:solidFill>
                  <a:srgbClr val="000000"/>
                </a:solidFill>
                <a:latin typeface="Times New Roman"/>
              </a:rPr>
              <a:t>() 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dirty="0">
                <a:latin typeface="+mj-lt"/>
              </a:rPr>
              <a:t>virtual void </a:t>
            </a:r>
            <a:r>
              <a:rPr lang="en-US" sz="2200" b="0" i="1" strike="noStrike" spc="-1" dirty="0">
                <a:solidFill>
                  <a:srgbClr val="000000"/>
                </a:solidFill>
                <a:latin typeface="Times New Roman"/>
              </a:rPr>
              <a:t>activate() 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dirty="0">
                <a:latin typeface="+mj-lt"/>
              </a:rPr>
              <a:t>virtual void </a:t>
            </a:r>
            <a:r>
              <a:rPr lang="en-US" sz="2200" b="0" i="1" strike="noStrike" spc="-1" dirty="0">
                <a:solidFill>
                  <a:srgbClr val="000000"/>
                </a:solidFill>
                <a:latin typeface="Times New Roman"/>
              </a:rPr>
              <a:t>deactivate()</a:t>
            </a:r>
            <a:endParaRPr lang="en-US" sz="2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Three getter-methods for referencing protected control flags: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bool </a:t>
            </a:r>
            <a:r>
              <a:rPr lang="en-US" sz="2200" i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is_initialized</a:t>
            </a: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const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bool </a:t>
            </a:r>
            <a:r>
              <a:rPr lang="en-US" sz="2200" i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is_active</a:t>
            </a: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const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bool </a:t>
            </a:r>
            <a:r>
              <a:rPr lang="en-US" sz="2200" i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is_enabled</a:t>
            </a:r>
            <a:r>
              <a:rPr lang="en-US" sz="2200" i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const</a:t>
            </a:r>
            <a:endParaRPr lang="en-US" sz="2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45BCF5-4E50-012B-A383-97639172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451" y="1676293"/>
            <a:ext cx="9378547" cy="2793294"/>
          </a:xfrm>
          <a:prstGeom prst="rect">
            <a:avLst/>
          </a:prstGeom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Serves as a base class inherited by most higher-level models in the simulation.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Verification: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SIM_unit_subs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See model documentation, chapter 5</a:t>
            </a:r>
            <a:endParaRPr lang="en-US" sz="1800" dirty="0">
              <a:effectLst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No follow-on work is required</a:t>
            </a: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3057</TotalTime>
  <Words>400</Words>
  <Application>Microsoft Office PowerPoint</Application>
  <PresentationFormat>Custom</PresentationFormat>
  <Paragraphs>89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Mirhashemi, Hirad (JSC-EG211)[Odyssey Space Research L.L.C.]</dc:creator>
  <dc:description/>
  <cp:lastModifiedBy>Mirhashemi, Hirad (JSC-EG211)[Odyssey Space Research L.L.C.]</cp:lastModifiedBy>
  <cp:revision>10</cp:revision>
  <dcterms:created xsi:type="dcterms:W3CDTF">2024-02-20T08:36:01Z</dcterms:created>
  <dcterms:modified xsi:type="dcterms:W3CDTF">2025-09-17T20:02:02Z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