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7" d="100"/>
          <a:sy n="87" d="100"/>
        </p:scale>
        <p:origin x="4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Click to edit the outline text format</a:t>
            </a:r>
          </a:p>
          <a:p>
            <a:pPr marL="882900" lvl="1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Second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Third Outline Level</a:t>
            </a:r>
          </a:p>
          <a:p>
            <a:pPr marL="1943100" lvl="3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Fourth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400" b="0" i="1" strike="noStrike" spc="-1" dirty="0">
              <a:latin typeface="Times New Roman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91080" y="5485680"/>
            <a:ext cx="457056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Verification Presentation for </a:t>
            </a:r>
            <a:r>
              <a:rPr lang="en-US" sz="1100" b="1" strike="noStrike" spc="-1" dirty="0">
                <a:solidFill>
                  <a:schemeClr val="tx1"/>
                </a:solidFill>
                <a:latin typeface="Times New Roman"/>
              </a:rPr>
              <a:t>CML </a:t>
            </a:r>
            <a:r>
              <a:rPr lang="en-US" sz="1100" b="1" strike="noStrike" spc="-1" dirty="0" err="1">
                <a:solidFill>
                  <a:schemeClr val="tx1"/>
                </a:solidFill>
                <a:latin typeface="Times New Roman"/>
              </a:rPr>
              <a:t>BinCounter</a:t>
            </a:r>
            <a:r>
              <a:rPr lang="en-US" sz="1100" b="1" strike="noStrike" spc="-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en-US" sz="1100" b="1" strike="noStrike" spc="-1" dirty="0">
                <a:latin typeface="Times New Roman"/>
              </a:rPr>
              <a:t>– Alexandre Masset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§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V&amp;V Results for CML Bin Counter Model</a:t>
            </a:r>
            <a:endParaRPr lang="en-US" sz="2800" b="0" strike="noStrike" spc="-1" dirty="0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Alexandre Masset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9/29/2025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9/29/2025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Capability to count each time a variable meets each of a set of categorization criteria. The model provides three different counting methods. </a:t>
            </a:r>
            <a:r>
              <a:rPr lang="en-US" spc="-1" dirty="0">
                <a:latin typeface="Times New Roman"/>
              </a:rPr>
              <a:t>Based on capabilities in GNC_PAR.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Grok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grok_prop</a:t>
            </a:r>
            <a:endParaRPr lang="en-US" sz="16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grok_cnc_analysis</a:t>
            </a:r>
            <a:endParaRPr lang="en-US" sz="1600" b="0" strike="noStrike" spc="-1" dirty="0">
              <a:latin typeface="Times New Roman"/>
            </a:endParaRPr>
          </a:p>
          <a:p>
            <a:pPr marL="864000" lvl="2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None</a:t>
            </a:r>
            <a:endParaRPr lang="en-US" sz="18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Requirements, Section C.13.10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cml/models/utilities/</a:t>
            </a:r>
            <a:r>
              <a:rPr lang="en-US" sz="1800" b="0" strike="noStrike" spc="-1" dirty="0" err="1">
                <a:latin typeface="Times New Roman"/>
              </a:rPr>
              <a:t>bin_counter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7150 (V&amp;V)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! 6353 (Model added to CML from GNC_PAR)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 Hash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1bcaeb018083927ae06cbd8e0b5ff409e4ebf97b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Inheritance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N/A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chemeClr val="tx1"/>
                </a:solidFill>
                <a:latin typeface="Times New Roman"/>
              </a:rPr>
              <a:t> CML Message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Documentation (docs/)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bin_counter.pdf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bin_counter.odt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bin_counter_presentation.pptx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bin_counter_presentation.pdf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Headers (include/)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bin_counter.hh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 </a:t>
            </a:r>
            <a:r>
              <a:rPr lang="en-US" spc="-1" dirty="0" err="1">
                <a:latin typeface="Times New Roman"/>
              </a:rPr>
              <a:t>proximity_counter.hh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 err="1">
                <a:latin typeface="Times New Roman"/>
              </a:rPr>
              <a:t>target_counter.hh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Source code (</a:t>
            </a:r>
            <a:r>
              <a:rPr lang="en-US" sz="2200" b="0" strike="noStrike" spc="-1" dirty="0" err="1">
                <a:latin typeface="Times New Roman"/>
              </a:rPr>
              <a:t>src</a:t>
            </a:r>
            <a:r>
              <a:rPr lang="en-US" sz="2200" b="0" strike="noStrike" spc="-1" dirty="0">
                <a:latin typeface="Times New Roman"/>
              </a:rPr>
              <a:t>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pc="-1" dirty="0">
                <a:latin typeface="Times New Roman"/>
              </a:rPr>
              <a:t>bin_counter.cc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p</a:t>
            </a:r>
            <a:r>
              <a:rPr lang="en-US" spc="-1" dirty="0">
                <a:latin typeface="Times New Roman"/>
              </a:rPr>
              <a:t>roximity_counter.cc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target_counter.cc</a:t>
            </a: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(</a:t>
            </a:r>
            <a:r>
              <a:rPr lang="en-US" sz="2200" b="0" strike="noStrike" spc="-1" dirty="0" err="1">
                <a:latin typeface="Times New Roman"/>
              </a:rPr>
              <a:t>verif</a:t>
            </a:r>
            <a:r>
              <a:rPr lang="en-US" sz="2200" b="0" strike="noStrike" spc="-1" dirty="0">
                <a:latin typeface="Times New Roman"/>
              </a:rPr>
              <a:t>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latin typeface="Times New Roman"/>
              </a:rPr>
              <a:t>SIM_verif</a:t>
            </a:r>
            <a:endParaRPr lang="en-US" sz="18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RUN_01_bin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RUN_02_target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RUN_03_proximity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ERROR_config</a:t>
            </a:r>
            <a:endParaRPr lang="en-US" sz="16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Validation (validation/)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None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Class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CML_BinCounter</a:t>
            </a:r>
            <a:endParaRPr lang="en-US" sz="2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 Counts the number of times some variable has a value that falls within a set of bins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 To use with double (continuous) data type</a:t>
            </a:r>
            <a:endParaRPr lang="en-US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Class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CML_TargetCounter</a:t>
            </a:r>
            <a:endParaRPr lang="en-US" sz="2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marR="0" lvl="1" indent="-324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charset="2"/>
              <a:buChar char=""/>
              <a:tabLst/>
              <a:defRPr/>
            </a:pPr>
            <a:r>
              <a:rPr kumimoji="0" lang="en-US" b="0" i="0" u="none" strike="noStrike" kern="0" cap="none" spc="-1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</a:rPr>
              <a:t> Counts the number of times some variable is equal to each of a set of target values</a:t>
            </a:r>
          </a:p>
          <a:p>
            <a:pPr marL="864000" marR="0" lvl="1" indent="-324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Wingdings" charset="2"/>
              <a:buChar char=""/>
              <a:tabLst/>
              <a:defRPr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 To use with integer (discrete) data type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Class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CML_ProximityCounter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Counts the number of times some variable is closest to each of a set of target values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To use either for discrete or continuous data type. Use </a:t>
            </a: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double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data type but can pass </a:t>
            </a:r>
            <a:r>
              <a:rPr lang="en-US" sz="1800" b="1" strike="noStrike" spc="-1" dirty="0">
                <a:solidFill>
                  <a:srgbClr val="000000"/>
                </a:solidFill>
                <a:latin typeface="Times New Roman"/>
              </a:rPr>
              <a:t>int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Each counter type has:</a:t>
            </a:r>
            <a:endParaRPr lang="en-US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specific constructors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its own structure element that stores the counter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an </a:t>
            </a:r>
            <a:r>
              <a:rPr lang="en-US" i="1" spc="-1" dirty="0">
                <a:latin typeface="Times New Roman"/>
              </a:rPr>
              <a:t>insert(double/int) </a:t>
            </a:r>
            <a:r>
              <a:rPr lang="en-US" spc="-1" dirty="0">
                <a:latin typeface="Times New Roman"/>
              </a:rPr>
              <a:t>method to increment the counter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multiple</a:t>
            </a:r>
            <a:r>
              <a:rPr lang="en-US" i="1" spc="-1" dirty="0">
                <a:latin typeface="Times New Roman"/>
              </a:rPr>
              <a:t> </a:t>
            </a:r>
            <a:r>
              <a:rPr lang="en-US" i="1" spc="-1" dirty="0" err="1">
                <a:latin typeface="Times New Roman"/>
              </a:rPr>
              <a:t>set_data</a:t>
            </a:r>
            <a:r>
              <a:rPr lang="en-US" i="1" spc="-1" dirty="0">
                <a:latin typeface="Times New Roman"/>
              </a:rPr>
              <a:t> </a:t>
            </a:r>
            <a:r>
              <a:rPr lang="en-US" spc="-1" dirty="0">
                <a:latin typeface="Times New Roman"/>
              </a:rPr>
              <a:t>methods to create/reset counters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7D02B3-B50B-A8EE-14E8-98796A109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830" y="1550193"/>
            <a:ext cx="6332220" cy="2568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en-US" sz="2200" b="0" strike="noStrike" spc="-1" dirty="0">
                <a:latin typeface="Times New Roman"/>
              </a:rPr>
              <a:t>Used for inline data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Verification: SIM_verif</a:t>
            </a: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err="1">
                <a:solidFill>
                  <a:srgbClr val="000000"/>
                </a:solidFill>
                <a:latin typeface="Times New Roman"/>
              </a:rPr>
              <a:t>SIM_verif</a:t>
            </a:r>
            <a:endParaRPr lang="en-US" sz="22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latin typeface="Times New Roman"/>
              </a:rPr>
              <a:t> See docs, Chapter 5</a:t>
            </a:r>
          </a:p>
          <a:p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en-US" sz="2200" b="0" strike="noStrike" spc="-1" dirty="0">
                <a:latin typeface="Times New Roman"/>
              </a:rPr>
              <a:t>No </a:t>
            </a:r>
            <a:r>
              <a:rPr lang="en-US" sz="2200" b="0" strike="noStrike" spc="-1">
                <a:latin typeface="Times New Roman"/>
              </a:rPr>
              <a:t>follow-on work</a:t>
            </a:r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504</Words>
  <Application>Microsoft Office PowerPoint</Application>
  <PresentationFormat>Custom</PresentationFormat>
  <Paragraphs>93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 SIM_verif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Masset, Alexandre K. (JSC-EG211)[Odyssey Space Research L.L.C.]</dc:creator>
  <dc:description/>
  <cp:lastModifiedBy>Masset, Alexandre K. (JSC-EG211)[Odyssey Space Research L.L.C.]</cp:lastModifiedBy>
  <cp:revision>31</cp:revision>
  <dcterms:created xsi:type="dcterms:W3CDTF">2024-02-20T08:36:01Z</dcterms:created>
  <dcterms:modified xsi:type="dcterms:W3CDTF">2025-09-29T23:53:55Z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