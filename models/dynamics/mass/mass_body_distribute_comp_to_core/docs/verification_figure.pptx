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132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02A18-A7E8-4E33-B0E8-35C0B677B2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1669A-A709-4F1A-9634-6091D801B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DACD54-4522-4396-8C4C-91D93ADA3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CC6768-C59E-4F23-AB65-DDD6BCEBC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069D8-3A1C-4C5A-A31A-FC4529E0D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233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04AFF-013B-48C9-B1DD-6C53AE45A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8FC64-2A64-4C35-A0B3-C9419FBF6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D4601-132E-4977-B48F-A1985224A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D1932A-062F-4C92-840D-B267A685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74F602-761D-40AF-BFF5-8BF0D3C91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780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13B4A-37FA-453A-861E-178AE83803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A3ED8-AC7A-427F-92DD-BB4B4C9EC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B8665-BA6E-48FA-AA2F-1BEA2DE57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6C03-51FC-4051-B080-2DC1B9D72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9C34C-162C-4984-8318-0F02C777B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97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38B31-74EB-4354-ABFF-076C08836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77341-B434-4F9E-BA77-6B46416A6F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80F02-290C-4226-B963-F95A745E69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39691A-EEF9-4C40-AB2B-135AC1612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8D5A1-2DE7-422E-A7C5-97D0B854A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F0B270-3FF8-4463-A694-38F035E6E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2622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89C9D-5E1C-467C-A3B9-EC649D44E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898CD-F129-465C-8DEB-C1E6692CB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0D75DC-5AD6-42B3-89AC-3B2FE1FF9C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CB17B2-E95F-40E2-BC4F-1CEF9EE75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57AC88-BFFD-46C3-83C3-F8EFC6C77D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0AA371-24FF-46D9-A20B-0DA1AC14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3B37A7-2A01-4896-B88F-DF58EEA6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FACB87-34EF-468A-88EA-2427BA558A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13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4EA11-1C1F-49DD-BD31-2DD3F9EDD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3B3D98-3C95-4381-9A3D-ED0AFF01F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6F720C-B335-415C-9926-4F89EFDF4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32688E-A851-456E-A4AF-50C0AB1A2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853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BF72E5-8BE8-4CCF-BDA7-B0747DB8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41849F-C7FD-4105-9045-AA2441604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C87ECF-101B-48C3-8C58-6F5E46CC4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134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14998-B6EC-479F-9883-0A9E70CFD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C127C2-7E11-4EBC-B641-667943099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76FAB9-36D0-42B1-BB75-B2466B1CC4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420E1B-EFEB-4781-B9E9-A20FC074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9CCFC-5A76-47EF-B09C-C7556B52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44F884-B13B-4ECC-A007-7196BBA20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966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183F0-DBB0-49F6-9D0C-9113818E7A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FB756B-2171-4B52-A947-2209B1D9A4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AA88A-2EE2-4633-8884-3914AF51EA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74F99A-892B-4701-86D2-EDAF330A0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0048E-C0B4-4D8B-8220-AFF96E63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F46B37-6153-4EF3-8834-DAD62CE6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164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1234D-C703-498D-8FD3-1B0BCD10F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AE9183-31E6-4336-858E-0B1238E17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88698-841C-44A4-88E0-5496B058F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3B93F-DC4C-40AA-92B9-5092A7F2D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0C15-B6DF-4ACC-960F-61A1F85FD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930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3C2623-9A2F-4F44-B0AD-158CAD99E8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9605E-3324-4ED8-8724-A08D2DAD44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67E4D-9BB7-40EE-A1F4-188A0764F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C63E5-D9D5-413F-83C3-699360005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E170-7860-45B6-BCEB-494A6E62B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728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9D8ED5-6C0D-4FCF-812A-81EB9C0C64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7A9318-F840-4F6D-9AE7-31EDD03BE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F3CAD-A5F2-42F1-9EAB-D308DB250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C17F4E-E21E-445A-A40B-BD2ED3380676}" type="datetimeFigureOut">
              <a:rPr lang="en-US" smtClean="0"/>
              <a:t>25-Aug-20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8A47C-80A5-4360-BB2A-542B80EA4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9B2815-D3FF-4783-91B8-CB7B5EFD5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DC2912-9D08-4F6C-A83A-953B79E55F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671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33AA8A9B-CFC8-491F-8B9B-147A52CD1457}"/>
              </a:ext>
            </a:extLst>
          </p:cNvPr>
          <p:cNvGrpSpPr/>
          <p:nvPr/>
        </p:nvGrpSpPr>
        <p:grpSpPr>
          <a:xfrm>
            <a:off x="4038600" y="1326891"/>
            <a:ext cx="4114800" cy="4204218"/>
            <a:chOff x="4038600" y="605907"/>
            <a:chExt cx="4114800" cy="4204218"/>
          </a:xfrm>
        </p:grpSpPr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8E094A1D-6192-4CF1-B77E-AE4DADC371E5}"/>
                </a:ext>
              </a:extLst>
            </p:cNvPr>
            <p:cNvGrpSpPr/>
            <p:nvPr/>
          </p:nvGrpSpPr>
          <p:grpSpPr>
            <a:xfrm>
              <a:off x="4038600" y="605907"/>
              <a:ext cx="4114800" cy="4204218"/>
              <a:chOff x="4038600" y="605907"/>
              <a:chExt cx="4114800" cy="4204218"/>
            </a:xfrm>
          </p:grpSpPr>
          <p:cxnSp>
            <p:nvCxnSpPr>
              <p:cNvPr id="5" name="Straight Arrow Connector 4">
                <a:extLst>
                  <a:ext uri="{FF2B5EF4-FFF2-40B4-BE49-F238E27FC236}">
                    <a16:creationId xmlns:a16="http://schemas.microsoft.com/office/drawing/2014/main" id="{68E3BE58-7F2D-45CA-A566-4E22E091C0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96000" y="695325"/>
                <a:ext cx="0" cy="411480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0CBEDD42-0290-4AF3-87F3-445DFBB4EC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3429000"/>
                <a:ext cx="4114800" cy="0"/>
              </a:xfrm>
              <a:prstGeom prst="straightConnector1">
                <a:avLst/>
              </a:prstGeom>
              <a:ln w="15875">
                <a:solidFill>
                  <a:schemeClr val="tx1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ED8B26BF-AF26-487A-8A8E-C736970F72C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81800" y="695325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57662DE3-D34F-438A-9AC2-6205A42E8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48550" y="695325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4613D49B-62D0-4D13-935D-A525B1B7C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8775" y="695325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9AAF5E1D-4479-4EC1-B3BB-7D19A8FBA1A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33925" y="695325"/>
                <a:ext cx="0" cy="41148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65EB77A4-A6DB-4F68-8820-51748333D87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2752725"/>
                <a:ext cx="411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29F7C4A-AB46-4456-8A6E-506F229950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1352550"/>
                <a:ext cx="411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0EA91B85-0DC0-489D-A978-20A2C361A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4095750"/>
                <a:ext cx="411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7CC8A50-DAEF-4E91-921A-0ADDBFBB6C4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8600" y="2047875"/>
                <a:ext cx="41148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97604DC9-130A-459D-9847-9560F8E907AE}"/>
                  </a:ext>
                </a:extLst>
              </p:cNvPr>
              <p:cNvSpPr txBox="1"/>
              <p:nvPr/>
            </p:nvSpPr>
            <p:spPr>
              <a:xfrm>
                <a:off x="7853318" y="3070826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48CB762-3E1F-4526-B654-6CEE9583C63B}"/>
                  </a:ext>
                </a:extLst>
              </p:cNvPr>
              <p:cNvSpPr txBox="1"/>
              <p:nvPr/>
            </p:nvSpPr>
            <p:spPr>
              <a:xfrm>
                <a:off x="6129293" y="605907"/>
                <a:ext cx="30008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47C90E6B-21C0-4AAF-A046-44639538C96A}"/>
                </a:ext>
              </a:extLst>
            </p:cNvPr>
            <p:cNvGrpSpPr/>
            <p:nvPr/>
          </p:nvGrpSpPr>
          <p:grpSpPr>
            <a:xfrm>
              <a:off x="6238872" y="2426496"/>
              <a:ext cx="826886" cy="878684"/>
              <a:chOff x="6238872" y="2426496"/>
              <a:chExt cx="826886" cy="87868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2FA57A9F-BD3C-425F-ABD9-AF62474C2613}"/>
                  </a:ext>
                </a:extLst>
              </p:cNvPr>
              <p:cNvSpPr/>
              <p:nvPr/>
            </p:nvSpPr>
            <p:spPr>
              <a:xfrm>
                <a:off x="6638928" y="2609853"/>
                <a:ext cx="285744" cy="285744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1DCC1A40-DF75-4D82-A3F3-2F59641D7335}"/>
                  </a:ext>
                </a:extLst>
              </p:cNvPr>
              <p:cNvCxnSpPr>
                <a:cxnSpLocks/>
                <a:stCxn id="26" idx="4"/>
              </p:cNvCxnSpPr>
              <p:nvPr/>
            </p:nvCxnSpPr>
            <p:spPr>
              <a:xfrm>
                <a:off x="6781800" y="2895597"/>
                <a:ext cx="9524" cy="40958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98095E-B1CD-485A-BB4F-780C08501A0B}"/>
                  </a:ext>
                </a:extLst>
              </p:cNvPr>
              <p:cNvCxnSpPr>
                <a:cxnSpLocks/>
                <a:stCxn id="26" idx="2"/>
              </p:cNvCxnSpPr>
              <p:nvPr/>
            </p:nvCxnSpPr>
            <p:spPr>
              <a:xfrm flipH="1">
                <a:off x="6238872" y="2752725"/>
                <a:ext cx="400056" cy="0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72FBEA8A-4468-4472-AAD2-6EAC1F1FF3AE}"/>
                  </a:ext>
                </a:extLst>
              </p:cNvPr>
              <p:cNvSpPr txBox="1"/>
              <p:nvPr/>
            </p:nvSpPr>
            <p:spPr>
              <a:xfrm>
                <a:off x="6239816" y="2426496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F3B868C2-2E31-49F6-85FC-1CDFB613FCFD}"/>
                  </a:ext>
                </a:extLst>
              </p:cNvPr>
              <p:cNvSpPr txBox="1"/>
              <p:nvPr/>
            </p:nvSpPr>
            <p:spPr>
              <a:xfrm>
                <a:off x="6791324" y="2962272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B05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dirty="0">
                  <a:solidFill>
                    <a:srgbClr val="00B05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B89AD985-931F-4452-A73A-914C48AD9458}"/>
                </a:ext>
              </a:extLst>
            </p:cNvPr>
            <p:cNvGrpSpPr/>
            <p:nvPr/>
          </p:nvGrpSpPr>
          <p:grpSpPr>
            <a:xfrm>
              <a:off x="5164341" y="1425381"/>
              <a:ext cx="874511" cy="736789"/>
              <a:chOff x="5164341" y="1425381"/>
              <a:chExt cx="874511" cy="736789"/>
            </a:xfrm>
          </p:grpSpPr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098D68E9-E299-4390-B75D-575B93BE68FA}"/>
                  </a:ext>
                </a:extLst>
              </p:cNvPr>
              <p:cNvSpPr/>
              <p:nvPr/>
            </p:nvSpPr>
            <p:spPr>
              <a:xfrm flipH="1" flipV="1">
                <a:off x="5324480" y="1933580"/>
                <a:ext cx="228590" cy="22859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2724A0EF-46A2-48F5-A329-D11A405755BB}"/>
                  </a:ext>
                </a:extLst>
              </p:cNvPr>
              <p:cNvCxnSpPr>
                <a:cxnSpLocks/>
                <a:stCxn id="25" idx="2"/>
              </p:cNvCxnSpPr>
              <p:nvPr/>
            </p:nvCxnSpPr>
            <p:spPr>
              <a:xfrm>
                <a:off x="5553070" y="2047875"/>
                <a:ext cx="428634" cy="7693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FB9FA793-54E5-4BC7-BBD6-50C4FA3B05B8}"/>
                  </a:ext>
                </a:extLst>
              </p:cNvPr>
              <p:cNvCxnSpPr>
                <a:cxnSpLocks/>
                <a:stCxn id="25" idx="4"/>
              </p:cNvCxnSpPr>
              <p:nvPr/>
            </p:nvCxnSpPr>
            <p:spPr>
              <a:xfrm flipV="1">
                <a:off x="5438775" y="1463014"/>
                <a:ext cx="0" cy="470566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50A7869-D4AA-4047-8491-4414BE5E5838}"/>
                  </a:ext>
                </a:extLst>
              </p:cNvPr>
              <p:cNvSpPr txBox="1"/>
              <p:nvPr/>
            </p:nvSpPr>
            <p:spPr>
              <a:xfrm>
                <a:off x="5764418" y="1755282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18E85371-EE61-45C5-BF22-D4868343D314}"/>
                  </a:ext>
                </a:extLst>
              </p:cNvPr>
              <p:cNvSpPr txBox="1"/>
              <p:nvPr/>
            </p:nvSpPr>
            <p:spPr>
              <a:xfrm>
                <a:off x="5164341" y="1425381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04162E2A-07EF-489D-84ED-7884D0177A7A}"/>
                </a:ext>
              </a:extLst>
            </p:cNvPr>
            <p:cNvGrpSpPr/>
            <p:nvPr/>
          </p:nvGrpSpPr>
          <p:grpSpPr>
            <a:xfrm>
              <a:off x="5831091" y="2838899"/>
              <a:ext cx="874509" cy="841024"/>
              <a:chOff x="5831091" y="2838899"/>
              <a:chExt cx="874509" cy="841024"/>
            </a:xfrm>
          </p:grpSpPr>
          <p:sp>
            <p:nvSpPr>
              <p:cNvPr id="24" name="Oval 23">
                <a:extLst>
                  <a:ext uri="{FF2B5EF4-FFF2-40B4-BE49-F238E27FC236}">
                    <a16:creationId xmlns:a16="http://schemas.microsoft.com/office/drawing/2014/main" id="{757FD62B-88E7-4170-9A44-5F6F909AB56F}"/>
                  </a:ext>
                </a:extLst>
              </p:cNvPr>
              <p:cNvSpPr/>
              <p:nvPr/>
            </p:nvSpPr>
            <p:spPr>
              <a:xfrm flipH="1" flipV="1">
                <a:off x="5921720" y="3254720"/>
                <a:ext cx="348560" cy="348560"/>
              </a:xfrm>
              <a:prstGeom prst="ellipse">
                <a:avLst/>
              </a:prstGeom>
              <a:solidFill>
                <a:srgbClr val="0070C0"/>
              </a:solidFill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EC99C2FA-C260-49E4-A65D-A0E55FD77B83}"/>
                  </a:ext>
                </a:extLst>
              </p:cNvPr>
              <p:cNvCxnSpPr>
                <a:cxnSpLocks/>
                <a:stCxn id="24" idx="0"/>
              </p:cNvCxnSpPr>
              <p:nvPr/>
            </p:nvCxnSpPr>
            <p:spPr>
              <a:xfrm flipV="1">
                <a:off x="6096000" y="2867026"/>
                <a:ext cx="0" cy="736254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FCE1A327-8121-4EA5-9FBD-B5097C8E823E}"/>
                  </a:ext>
                </a:extLst>
              </p:cNvPr>
              <p:cNvCxnSpPr>
                <a:cxnSpLocks/>
                <a:stCxn id="24" idx="6"/>
              </p:cNvCxnSpPr>
              <p:nvPr/>
            </p:nvCxnSpPr>
            <p:spPr>
              <a:xfrm>
                <a:off x="5921720" y="3429000"/>
                <a:ext cx="783880" cy="0"/>
              </a:xfrm>
              <a:prstGeom prst="straightConnector1">
                <a:avLst/>
              </a:prstGeom>
              <a:ln w="19050">
                <a:solidFill>
                  <a:srgbClr val="0070C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3A5F30DF-2668-4CFB-ABFB-4D23FDD9BC23}"/>
                  </a:ext>
                </a:extLst>
              </p:cNvPr>
              <p:cNvSpPr txBox="1"/>
              <p:nvPr/>
            </p:nvSpPr>
            <p:spPr>
              <a:xfrm>
                <a:off x="6426185" y="3372146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CFEC1FF-4B2F-410C-A9F9-AEB6B6B7F3CB}"/>
                  </a:ext>
                </a:extLst>
              </p:cNvPr>
              <p:cNvSpPr txBox="1"/>
              <p:nvPr/>
            </p:nvSpPr>
            <p:spPr>
              <a:xfrm>
                <a:off x="5831091" y="2838899"/>
                <a:ext cx="274434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4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3849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3314</TotalTime>
  <Words>8</Words>
  <Application>Microsoft Office PowerPoint</Application>
  <PresentationFormat>Widescreen</PresentationFormat>
  <Paragraphs>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Ghan, Daniel G. (JSC-EG411)[ODYSSEY SPACE RESEARCH LLC]</dc:creator>
  <cp:lastModifiedBy>Ghan, Daniel G. (JSC-EG411)[ODYSSEY SPACE RESEARCH LLC]</cp:lastModifiedBy>
  <cp:revision>13</cp:revision>
  <dcterms:created xsi:type="dcterms:W3CDTF">2020-08-22T01:45:15Z</dcterms:created>
  <dcterms:modified xsi:type="dcterms:W3CDTF">2020-08-25T20:06:09Z</dcterms:modified>
</cp:coreProperties>
</file>