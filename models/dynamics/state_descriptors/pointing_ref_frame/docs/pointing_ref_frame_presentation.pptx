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077450" cy="566896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F46E034-C5DB-10DC-4271-1F8BB1F7197B}" name="Mirhashemi, Hirad (JSC-EG211)[Odyssey Space Research L.L.C.]" initials="HM" userId="S::hmirhash@ndc.nasa.gov::6f166bae-29d5-4689-9268-b70daf30da5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1D9BF0-EA3F-4F78-828B-0CF674EF282C}" v="89" dt="2025-11-13T16:12:57.8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720" autoAdjust="0"/>
    <p:restoredTop sz="94715" autoAdjust="0"/>
  </p:normalViewPr>
  <p:slideViewPr>
    <p:cSldViewPr snapToGrid="0">
      <p:cViewPr varScale="1">
        <p:scale>
          <a:sx n="133" d="100"/>
          <a:sy n="133" d="100"/>
        </p:scale>
        <p:origin x="132" y="33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57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hashemi, Hirad (JSC-EG211)[Odyssey Space Research L.L.C.]" userId="6f166bae-29d5-4689-9268-b70daf30da53" providerId="ADAL" clId="{421D9BF0-EA3F-4F78-828B-0CF674EF282C}"/>
    <pc:docChg chg="undo custSel modSld modMainMaster addSection delSection">
      <pc:chgData name="Mirhashemi, Hirad (JSC-EG211)[Odyssey Space Research L.L.C.]" userId="6f166bae-29d5-4689-9268-b70daf30da53" providerId="ADAL" clId="{421D9BF0-EA3F-4F78-828B-0CF674EF282C}" dt="2025-11-13T16:12:57.849" v="449" actId="20577"/>
      <pc:docMkLst>
        <pc:docMk/>
      </pc:docMkLst>
      <pc:sldChg chg="modSp mod">
        <pc:chgData name="Mirhashemi, Hirad (JSC-EG211)[Odyssey Space Research L.L.C.]" userId="6f166bae-29d5-4689-9268-b70daf30da53" providerId="ADAL" clId="{421D9BF0-EA3F-4F78-828B-0CF674EF282C}" dt="2025-11-13T15:46:10.135" v="0" actId="20577"/>
        <pc:sldMkLst>
          <pc:docMk/>
          <pc:sldMk cId="0" sldId="258"/>
        </pc:sldMkLst>
        <pc:spChg chg="mod">
          <ac:chgData name="Mirhashemi, Hirad (JSC-EG211)[Odyssey Space Research L.L.C.]" userId="6f166bae-29d5-4689-9268-b70daf30da53" providerId="ADAL" clId="{421D9BF0-EA3F-4F78-828B-0CF674EF282C}" dt="2025-11-13T15:46:10.135" v="0" actId="20577"/>
          <ac:spMkLst>
            <pc:docMk/>
            <pc:sldMk cId="0" sldId="258"/>
            <ac:spMk id="102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421D9BF0-EA3F-4F78-828B-0CF674EF282C}" dt="2025-11-13T16:12:57.849" v="449" actId="20577"/>
        <pc:sldMkLst>
          <pc:docMk/>
          <pc:sldMk cId="0" sldId="259"/>
        </pc:sldMkLst>
        <pc:spChg chg="mod">
          <ac:chgData name="Mirhashemi, Hirad (JSC-EG211)[Odyssey Space Research L.L.C.]" userId="6f166bae-29d5-4689-9268-b70daf30da53" providerId="ADAL" clId="{421D9BF0-EA3F-4F78-828B-0CF674EF282C}" dt="2025-11-13T16:12:57.849" v="449" actId="20577"/>
          <ac:spMkLst>
            <pc:docMk/>
            <pc:sldMk cId="0" sldId="259"/>
            <ac:spMk id="104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421D9BF0-EA3F-4F78-828B-0CF674EF282C}" dt="2025-11-13T15:52:24.231" v="9" actId="207"/>
        <pc:sldMkLst>
          <pc:docMk/>
          <pc:sldMk cId="0" sldId="260"/>
        </pc:sldMkLst>
        <pc:spChg chg="mod">
          <ac:chgData name="Mirhashemi, Hirad (JSC-EG211)[Odyssey Space Research L.L.C.]" userId="6f166bae-29d5-4689-9268-b70daf30da53" providerId="ADAL" clId="{421D9BF0-EA3F-4F78-828B-0CF674EF282C}" dt="2025-11-13T15:52:24.231" v="9" actId="207"/>
          <ac:spMkLst>
            <pc:docMk/>
            <pc:sldMk cId="0" sldId="260"/>
            <ac:spMk id="3" creationId="{C6FE64F0-D7B7-CD7F-636E-B49063B2BD46}"/>
          </ac:spMkLst>
        </pc:spChg>
      </pc:sldChg>
      <pc:sldChg chg="modSp mod">
        <pc:chgData name="Mirhashemi, Hirad (JSC-EG211)[Odyssey Space Research L.L.C.]" userId="6f166bae-29d5-4689-9268-b70daf30da53" providerId="ADAL" clId="{421D9BF0-EA3F-4F78-828B-0CF674EF282C}" dt="2025-11-13T15:57:28.543" v="116" actId="20577"/>
        <pc:sldMkLst>
          <pc:docMk/>
          <pc:sldMk cId="0" sldId="261"/>
        </pc:sldMkLst>
        <pc:spChg chg="mod">
          <ac:chgData name="Mirhashemi, Hirad (JSC-EG211)[Odyssey Space Research L.L.C.]" userId="6f166bae-29d5-4689-9268-b70daf30da53" providerId="ADAL" clId="{421D9BF0-EA3F-4F78-828B-0CF674EF282C}" dt="2025-11-13T15:56:35.487" v="12" actId="20577"/>
          <ac:spMkLst>
            <pc:docMk/>
            <pc:sldMk cId="0" sldId="261"/>
            <ac:spMk id="108" creationId="{00000000-0000-0000-0000-000000000000}"/>
          </ac:spMkLst>
        </pc:spChg>
        <pc:spChg chg="mod">
          <ac:chgData name="Mirhashemi, Hirad (JSC-EG211)[Odyssey Space Research L.L.C.]" userId="6f166bae-29d5-4689-9268-b70daf30da53" providerId="ADAL" clId="{421D9BF0-EA3F-4F78-828B-0CF674EF282C}" dt="2025-11-13T15:57:28.543" v="116" actId="20577"/>
          <ac:spMkLst>
            <pc:docMk/>
            <pc:sldMk cId="0" sldId="261"/>
            <ac:spMk id="109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421D9BF0-EA3F-4F78-828B-0CF674EF282C}" dt="2025-11-13T16:00:02.265" v="216" actId="20577"/>
        <pc:sldMkLst>
          <pc:docMk/>
          <pc:sldMk cId="0" sldId="263"/>
        </pc:sldMkLst>
        <pc:spChg chg="mod">
          <ac:chgData name="Mirhashemi, Hirad (JSC-EG211)[Odyssey Space Research L.L.C.]" userId="6f166bae-29d5-4689-9268-b70daf30da53" providerId="ADAL" clId="{421D9BF0-EA3F-4F78-828B-0CF674EF282C}" dt="2025-11-13T16:00:02.265" v="216" actId="20577"/>
          <ac:spMkLst>
            <pc:docMk/>
            <pc:sldMk cId="0" sldId="263"/>
            <ac:spMk id="113" creationId="{00000000-0000-0000-0000-000000000000}"/>
          </ac:spMkLst>
        </pc:spChg>
      </pc:sldChg>
      <pc:sldChg chg="addSp delSp modSp mod">
        <pc:chgData name="Mirhashemi, Hirad (JSC-EG211)[Odyssey Space Research L.L.C.]" userId="6f166bae-29d5-4689-9268-b70daf30da53" providerId="ADAL" clId="{421D9BF0-EA3F-4F78-828B-0CF674EF282C}" dt="2025-11-13T16:00:33.018" v="219" actId="1076"/>
        <pc:sldMkLst>
          <pc:docMk/>
          <pc:sldMk cId="0" sldId="264"/>
        </pc:sldMkLst>
        <pc:picChg chg="add mod">
          <ac:chgData name="Mirhashemi, Hirad (JSC-EG211)[Odyssey Space Research L.L.C.]" userId="6f166bae-29d5-4689-9268-b70daf30da53" providerId="ADAL" clId="{421D9BF0-EA3F-4F78-828B-0CF674EF282C}" dt="2025-11-13T16:00:33.018" v="219" actId="1076"/>
          <ac:picMkLst>
            <pc:docMk/>
            <pc:sldMk cId="0" sldId="264"/>
            <ac:picMk id="3" creationId="{A6C0AA35-A1A2-9540-1C8A-14BE66442D5C}"/>
          </ac:picMkLst>
        </pc:picChg>
        <pc:picChg chg="del">
          <ac:chgData name="Mirhashemi, Hirad (JSC-EG211)[Odyssey Space Research L.L.C.]" userId="6f166bae-29d5-4689-9268-b70daf30da53" providerId="ADAL" clId="{421D9BF0-EA3F-4F78-828B-0CF674EF282C}" dt="2025-11-13T16:00:12.533" v="217" actId="478"/>
          <ac:picMkLst>
            <pc:docMk/>
            <pc:sldMk cId="0" sldId="264"/>
            <ac:picMk id="9" creationId="{7845BCF5-4E50-012B-A383-97639172684F}"/>
          </ac:picMkLst>
        </pc:picChg>
      </pc:sldChg>
      <pc:sldChg chg="modSp mod">
        <pc:chgData name="Mirhashemi, Hirad (JSC-EG211)[Odyssey Space Research L.L.C.]" userId="6f166bae-29d5-4689-9268-b70daf30da53" providerId="ADAL" clId="{421D9BF0-EA3F-4F78-828B-0CF674EF282C}" dt="2025-11-13T16:05:02.241" v="352" actId="20577"/>
        <pc:sldMkLst>
          <pc:docMk/>
          <pc:sldMk cId="0" sldId="265"/>
        </pc:sldMkLst>
        <pc:spChg chg="mod">
          <ac:chgData name="Mirhashemi, Hirad (JSC-EG211)[Odyssey Space Research L.L.C.]" userId="6f166bae-29d5-4689-9268-b70daf30da53" providerId="ADAL" clId="{421D9BF0-EA3F-4F78-828B-0CF674EF282C}" dt="2025-11-13T16:05:02.241" v="352" actId="20577"/>
          <ac:spMkLst>
            <pc:docMk/>
            <pc:sldMk cId="0" sldId="265"/>
            <ac:spMk id="116" creationId="{00000000-0000-0000-0000-000000000000}"/>
          </ac:spMkLst>
        </pc:spChg>
      </pc:sldChg>
      <pc:sldMasterChg chg="modSp mod">
        <pc:chgData name="Mirhashemi, Hirad (JSC-EG211)[Odyssey Space Research L.L.C.]" userId="6f166bae-29d5-4689-9268-b70daf30da53" providerId="ADAL" clId="{421D9BF0-EA3F-4F78-828B-0CF674EF282C}" dt="2025-11-13T15:50:16.551" v="1" actId="20577"/>
        <pc:sldMasterMkLst>
          <pc:docMk/>
          <pc:sldMasterMk cId="0" sldId="2147483648"/>
        </pc:sldMasterMkLst>
        <pc:spChg chg="mod">
          <ac:chgData name="Mirhashemi, Hirad (JSC-EG211)[Odyssey Space Research L.L.C.]" userId="6f166bae-29d5-4689-9268-b70daf30da53" providerId="ADAL" clId="{421D9BF0-EA3F-4F78-828B-0CF674EF282C}" dt="2025-11-13T15:50:16.551" v="1" actId="20577"/>
          <ac:spMkLst>
            <pc:docMk/>
            <pc:sldMasterMk cId="0" sldId="2147483648"/>
            <ac:spMk id="5" creationId="{00000000-0000-0000-0000-000000000000}"/>
          </ac:spMkLst>
        </pc:spChg>
      </pc:sldMasterChg>
    </pc:docChg>
  </pc:docChgLst>
  <pc:docChgLst>
    <pc:chgData name="Mirhashemi, Hirad (JSC-EG211)[Odyssey Space Research L.L.C.]" userId="6f166bae-29d5-4689-9268-b70daf30da53" providerId="ADAL" clId="{E2BFDAB3-287B-4D75-9276-432F011E1A02}"/>
    <pc:docChg chg="undo custSel addSld delSld modSld addMainMaster delMainMaster modMainMaster">
      <pc:chgData name="Mirhashemi, Hirad (JSC-EG211)[Odyssey Space Research L.L.C.]" userId="6f166bae-29d5-4689-9268-b70daf30da53" providerId="ADAL" clId="{E2BFDAB3-287B-4D75-9276-432F011E1A02}" dt="2025-08-06T19:46:11.141" v="2892" actId="20577"/>
      <pc:docMkLst>
        <pc:docMk/>
      </pc:docMkLst>
      <pc:sldChg chg="modSp mod">
        <pc:chgData name="Mirhashemi, Hirad (JSC-EG211)[Odyssey Space Research L.L.C.]" userId="6f166bae-29d5-4689-9268-b70daf30da53" providerId="ADAL" clId="{E2BFDAB3-287B-4D75-9276-432F011E1A02}" dt="2025-08-05T19:53:04.963" v="1363" actId="12"/>
        <pc:sldMkLst>
          <pc:docMk/>
          <pc:sldMk cId="0" sldId="257"/>
        </pc:sldMkLst>
        <pc:spChg chg="mod">
          <ac:chgData name="Mirhashemi, Hirad (JSC-EG211)[Odyssey Space Research L.L.C.]" userId="6f166bae-29d5-4689-9268-b70daf30da53" providerId="ADAL" clId="{E2BFDAB3-287B-4D75-9276-432F011E1A02}" dt="2025-08-05T19:53:04.963" v="1363" actId="12"/>
          <ac:spMkLst>
            <pc:docMk/>
            <pc:sldMk cId="0" sldId="257"/>
            <ac:spMk id="100" creationId="{00000000-0000-0000-0000-000000000000}"/>
          </ac:spMkLst>
        </pc:spChg>
      </pc:sldChg>
      <pc:sldChg chg="addSp modSp mod">
        <pc:chgData name="Mirhashemi, Hirad (JSC-EG211)[Odyssey Space Research L.L.C.]" userId="6f166bae-29d5-4689-9268-b70daf30da53" providerId="ADAL" clId="{E2BFDAB3-287B-4D75-9276-432F011E1A02}" dt="2025-08-06T19:46:11.141" v="2892" actId="20577"/>
        <pc:sldMkLst>
          <pc:docMk/>
          <pc:sldMk cId="0" sldId="258"/>
        </pc:sldMkLst>
        <pc:spChg chg="add">
          <ac:chgData name="Mirhashemi, Hirad (JSC-EG211)[Odyssey Space Research L.L.C.]" userId="6f166bae-29d5-4689-9268-b70daf30da53" providerId="ADAL" clId="{E2BFDAB3-287B-4D75-9276-432F011E1A02}" dt="2025-08-05T16:52:33.088" v="119"/>
          <ac:spMkLst>
            <pc:docMk/>
            <pc:sldMk cId="0" sldId="258"/>
            <ac:spMk id="2" creationId="{9F4C2F6B-FC72-4F57-2BBF-B5FD88EB7603}"/>
          </ac:spMkLst>
        </pc:spChg>
        <pc:spChg chg="add">
          <ac:chgData name="Mirhashemi, Hirad (JSC-EG211)[Odyssey Space Research L.L.C.]" userId="6f166bae-29d5-4689-9268-b70daf30da53" providerId="ADAL" clId="{E2BFDAB3-287B-4D75-9276-432F011E1A02}" dt="2025-08-05T16:52:35.610" v="120"/>
          <ac:spMkLst>
            <pc:docMk/>
            <pc:sldMk cId="0" sldId="258"/>
            <ac:spMk id="3" creationId="{AA39A193-3432-5A46-5DF5-4861D633AF08}"/>
          </ac:spMkLst>
        </pc:spChg>
        <pc:spChg chg="mod">
          <ac:chgData name="Mirhashemi, Hirad (JSC-EG211)[Odyssey Space Research L.L.C.]" userId="6f166bae-29d5-4689-9268-b70daf30da53" providerId="ADAL" clId="{E2BFDAB3-287B-4D75-9276-432F011E1A02}" dt="2025-08-06T19:46:11.141" v="2892" actId="20577"/>
          <ac:spMkLst>
            <pc:docMk/>
            <pc:sldMk cId="0" sldId="258"/>
            <ac:spMk id="102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E2BFDAB3-287B-4D75-9276-432F011E1A02}" dt="2025-08-06T19:32:25.609" v="2540" actId="20577"/>
        <pc:sldMkLst>
          <pc:docMk/>
          <pc:sldMk cId="0" sldId="259"/>
        </pc:sldMkLst>
        <pc:spChg chg="mod">
          <ac:chgData name="Mirhashemi, Hirad (JSC-EG211)[Odyssey Space Research L.L.C.]" userId="6f166bae-29d5-4689-9268-b70daf30da53" providerId="ADAL" clId="{E2BFDAB3-287B-4D75-9276-432F011E1A02}" dt="2025-08-06T19:32:25.609" v="2540" actId="20577"/>
          <ac:spMkLst>
            <pc:docMk/>
            <pc:sldMk cId="0" sldId="259"/>
            <ac:spMk id="104" creationId="{00000000-0000-0000-0000-000000000000}"/>
          </ac:spMkLst>
        </pc:spChg>
      </pc:sldChg>
      <pc:sldChg chg="addSp delSp modSp mod">
        <pc:chgData name="Mirhashemi, Hirad (JSC-EG211)[Odyssey Space Research L.L.C.]" userId="6f166bae-29d5-4689-9268-b70daf30da53" providerId="ADAL" clId="{E2BFDAB3-287B-4D75-9276-432F011E1A02}" dt="2025-08-05T21:52:51.530" v="2090" actId="478"/>
        <pc:sldMkLst>
          <pc:docMk/>
          <pc:sldMk cId="0" sldId="260"/>
        </pc:sldMkLst>
        <pc:spChg chg="add del mod">
          <ac:chgData name="Mirhashemi, Hirad (JSC-EG211)[Odyssey Space Research L.L.C.]" userId="6f166bae-29d5-4689-9268-b70daf30da53" providerId="ADAL" clId="{E2BFDAB3-287B-4D75-9276-432F011E1A02}" dt="2025-08-05T19:57:12.505" v="1382" actId="478"/>
          <ac:spMkLst>
            <pc:docMk/>
            <pc:sldMk cId="0" sldId="260"/>
            <ac:spMk id="2" creationId="{C7A26915-AF35-3612-B1F2-DA37A4467110}"/>
          </ac:spMkLst>
        </pc:spChg>
        <pc:spChg chg="add mod">
          <ac:chgData name="Mirhashemi, Hirad (JSC-EG211)[Odyssey Space Research L.L.C.]" userId="6f166bae-29d5-4689-9268-b70daf30da53" providerId="ADAL" clId="{E2BFDAB3-287B-4D75-9276-432F011E1A02}" dt="2025-08-05T20:43:15.591" v="1656" actId="20577"/>
          <ac:spMkLst>
            <pc:docMk/>
            <pc:sldMk cId="0" sldId="260"/>
            <ac:spMk id="3" creationId="{C6FE64F0-D7B7-CD7F-636E-B49063B2BD46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20:02:28.315" v="1508" actId="478"/>
          <ac:spMkLst>
            <pc:docMk/>
            <pc:sldMk cId="0" sldId="260"/>
            <ac:spMk id="5" creationId="{39BCF973-CFA2-5512-A2C5-E2009DD2DF1E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21:52:51.530" v="2090" actId="478"/>
          <ac:spMkLst>
            <pc:docMk/>
            <pc:sldMk cId="0" sldId="260"/>
            <ac:spMk id="7" creationId="{E57878F2-7D17-6E01-6A80-49B1D3FF8799}"/>
          </ac:spMkLst>
        </pc:spChg>
        <pc:spChg chg="add mod">
          <ac:chgData name="Mirhashemi, Hirad (JSC-EG211)[Odyssey Space Research L.L.C.]" userId="6f166bae-29d5-4689-9268-b70daf30da53" providerId="ADAL" clId="{E2BFDAB3-287B-4D75-9276-432F011E1A02}" dt="2025-08-05T21:52:44.981" v="2089"/>
          <ac:spMkLst>
            <pc:docMk/>
            <pc:sldMk cId="0" sldId="260"/>
            <ac:spMk id="8" creationId="{14494E48-DB1A-4A7A-4862-6A20B23C709A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20:02:39.183" v="1510" actId="478"/>
          <ac:spMkLst>
            <pc:docMk/>
            <pc:sldMk cId="0" sldId="260"/>
            <ac:spMk id="106" creationId="{00000000-0000-0000-0000-000000000000}"/>
          </ac:spMkLst>
        </pc:spChg>
      </pc:sldChg>
      <pc:sldChg chg="addSp delSp modSp mod chgLayout">
        <pc:chgData name="Mirhashemi, Hirad (JSC-EG211)[Odyssey Space Research L.L.C.]" userId="6f166bae-29d5-4689-9268-b70daf30da53" providerId="ADAL" clId="{E2BFDAB3-287B-4D75-9276-432F011E1A02}" dt="2025-08-06T16:32:50.022" v="2514" actId="20577"/>
        <pc:sldMkLst>
          <pc:docMk/>
          <pc:sldMk cId="0" sldId="261"/>
        </pc:sldMkLst>
        <pc:spChg chg="add del mod">
          <ac:chgData name="Mirhashemi, Hirad (JSC-EG211)[Odyssey Space Research L.L.C.]" userId="6f166bae-29d5-4689-9268-b70daf30da53" providerId="ADAL" clId="{E2BFDAB3-287B-4D75-9276-432F011E1A02}" dt="2025-08-05T18:34:40.287" v="947" actId="6264"/>
          <ac:spMkLst>
            <pc:docMk/>
            <pc:sldMk cId="0" sldId="261"/>
            <ac:spMk id="2" creationId="{D96EB3A6-1296-014D-A6C1-89C64011A46F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18:34:40.287" v="947" actId="6264"/>
          <ac:spMkLst>
            <pc:docMk/>
            <pc:sldMk cId="0" sldId="261"/>
            <ac:spMk id="3" creationId="{E012A89F-9819-AE0E-38AD-5763BF76AD58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18:36:14.788" v="962" actId="478"/>
          <ac:spMkLst>
            <pc:docMk/>
            <pc:sldMk cId="0" sldId="261"/>
            <ac:spMk id="5" creationId="{CC256801-C436-A3C1-C08F-75F59154293D}"/>
          </ac:spMkLst>
        </pc:spChg>
        <pc:spChg chg="mod ord">
          <ac:chgData name="Mirhashemi, Hirad (JSC-EG211)[Odyssey Space Research L.L.C.]" userId="6f166bae-29d5-4689-9268-b70daf30da53" providerId="ADAL" clId="{E2BFDAB3-287B-4D75-9276-432F011E1A02}" dt="2025-08-05T18:34:40.287" v="947" actId="6264"/>
          <ac:spMkLst>
            <pc:docMk/>
            <pc:sldMk cId="0" sldId="261"/>
            <ac:spMk id="107" creationId="{00000000-0000-0000-0000-000000000000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20:47:40.211" v="1753" actId="20577"/>
          <ac:spMkLst>
            <pc:docMk/>
            <pc:sldMk cId="0" sldId="261"/>
            <ac:spMk id="108" creationId="{00000000-0000-0000-0000-000000000000}"/>
          </ac:spMkLst>
        </pc:spChg>
        <pc:spChg chg="mod ord">
          <ac:chgData name="Mirhashemi, Hirad (JSC-EG211)[Odyssey Space Research L.L.C.]" userId="6f166bae-29d5-4689-9268-b70daf30da53" providerId="ADAL" clId="{E2BFDAB3-287B-4D75-9276-432F011E1A02}" dt="2025-08-06T16:32:50.022" v="2514" actId="20577"/>
          <ac:spMkLst>
            <pc:docMk/>
            <pc:sldMk cId="0" sldId="261"/>
            <ac:spMk id="109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E2BFDAB3-287B-4D75-9276-432F011E1A02}" dt="2025-08-05T21:47:33.117" v="2006" actId="20577"/>
        <pc:sldMkLst>
          <pc:docMk/>
          <pc:sldMk cId="0" sldId="263"/>
        </pc:sldMkLst>
        <pc:spChg chg="mod">
          <ac:chgData name="Mirhashemi, Hirad (JSC-EG211)[Odyssey Space Research L.L.C.]" userId="6f166bae-29d5-4689-9268-b70daf30da53" providerId="ADAL" clId="{E2BFDAB3-287B-4D75-9276-432F011E1A02}" dt="2025-08-05T21:47:33.117" v="2006" actId="20577"/>
          <ac:spMkLst>
            <pc:docMk/>
            <pc:sldMk cId="0" sldId="263"/>
            <ac:spMk id="113" creationId="{00000000-0000-0000-0000-000000000000}"/>
          </ac:spMkLst>
        </pc:spChg>
      </pc:sldChg>
      <pc:sldChg chg="addSp delSp modSp mod">
        <pc:chgData name="Mirhashemi, Hirad (JSC-EG211)[Odyssey Space Research L.L.C.]" userId="6f166bae-29d5-4689-9268-b70daf30da53" providerId="ADAL" clId="{E2BFDAB3-287B-4D75-9276-432F011E1A02}" dt="2025-08-06T16:31:46.723" v="2431" actId="1076"/>
        <pc:sldMkLst>
          <pc:docMk/>
          <pc:sldMk cId="0" sldId="264"/>
        </pc:sldMkLst>
        <pc:picChg chg="add del mod">
          <ac:chgData name="Mirhashemi, Hirad (JSC-EG211)[Odyssey Space Research L.L.C.]" userId="6f166bae-29d5-4689-9268-b70daf30da53" providerId="ADAL" clId="{E2BFDAB3-287B-4D75-9276-432F011E1A02}" dt="2025-08-06T16:31:37.113" v="2427" actId="478"/>
          <ac:picMkLst>
            <pc:docMk/>
            <pc:sldMk cId="0" sldId="264"/>
            <ac:picMk id="3" creationId="{4D8A5364-FEC8-28B3-09B6-2B1DE4B49698}"/>
          </ac:picMkLst>
        </pc:picChg>
        <pc:picChg chg="add mod">
          <ac:chgData name="Mirhashemi, Hirad (JSC-EG211)[Odyssey Space Research L.L.C.]" userId="6f166bae-29d5-4689-9268-b70daf30da53" providerId="ADAL" clId="{E2BFDAB3-287B-4D75-9276-432F011E1A02}" dt="2025-08-06T16:31:46.723" v="2431" actId="1076"/>
          <ac:picMkLst>
            <pc:docMk/>
            <pc:sldMk cId="0" sldId="264"/>
            <ac:picMk id="5" creationId="{E9C070B0-BD0E-79D2-B6D4-FE60778D12D0}"/>
          </ac:picMkLst>
        </pc:picChg>
        <pc:picChg chg="add del mod">
          <ac:chgData name="Mirhashemi, Hirad (JSC-EG211)[Odyssey Space Research L.L.C.]" userId="6f166bae-29d5-4689-9268-b70daf30da53" providerId="ADAL" clId="{E2BFDAB3-287B-4D75-9276-432F011E1A02}" dt="2025-08-06T16:31:18.163" v="2421" actId="478"/>
          <ac:picMkLst>
            <pc:docMk/>
            <pc:sldMk cId="0" sldId="264"/>
            <ac:picMk id="7" creationId="{B8052D3A-96F0-290A-CD6C-B536009779EE}"/>
          </ac:picMkLst>
        </pc:picChg>
        <pc:picChg chg="add mod ord">
          <ac:chgData name="Mirhashemi, Hirad (JSC-EG211)[Odyssey Space Research L.L.C.]" userId="6f166bae-29d5-4689-9268-b70daf30da53" providerId="ADAL" clId="{E2BFDAB3-287B-4D75-9276-432F011E1A02}" dt="2025-08-06T16:31:35.311" v="2426" actId="167"/>
          <ac:picMkLst>
            <pc:docMk/>
            <pc:sldMk cId="0" sldId="264"/>
            <ac:picMk id="9" creationId="{7845BCF5-4E50-012B-A383-97639172684F}"/>
          </ac:picMkLst>
        </pc:picChg>
      </pc:sldChg>
      <pc:sldChg chg="modSp mod">
        <pc:chgData name="Mirhashemi, Hirad (JSC-EG211)[Odyssey Space Research L.L.C.]" userId="6f166bae-29d5-4689-9268-b70daf30da53" providerId="ADAL" clId="{E2BFDAB3-287B-4D75-9276-432F011E1A02}" dt="2025-08-06T19:45:06.327" v="2891" actId="20577"/>
        <pc:sldMkLst>
          <pc:docMk/>
          <pc:sldMk cId="0" sldId="265"/>
        </pc:sldMkLst>
        <pc:spChg chg="mod">
          <ac:chgData name="Mirhashemi, Hirad (JSC-EG211)[Odyssey Space Research L.L.C.]" userId="6f166bae-29d5-4689-9268-b70daf30da53" providerId="ADAL" clId="{E2BFDAB3-287B-4D75-9276-432F011E1A02}" dt="2025-08-06T19:45:06.327" v="2891" actId="20577"/>
          <ac:spMkLst>
            <pc:docMk/>
            <pc:sldMk cId="0" sldId="265"/>
            <ac:spMk id="116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E2BFDAB3-287B-4D75-9276-432F011E1A02}" dt="2025-08-06T15:32:38.645" v="2181" actId="20577"/>
        <pc:sldMkLst>
          <pc:docMk/>
          <pc:sldMk cId="0" sldId="266"/>
        </pc:sldMkLst>
        <pc:spChg chg="mod">
          <ac:chgData name="Mirhashemi, Hirad (JSC-EG211)[Odyssey Space Research L.L.C.]" userId="6f166bae-29d5-4689-9268-b70daf30da53" providerId="ADAL" clId="{E2BFDAB3-287B-4D75-9276-432F011E1A02}" dt="2025-08-06T15:32:00.972" v="2124" actId="20577"/>
          <ac:spMkLst>
            <pc:docMk/>
            <pc:sldMk cId="0" sldId="266"/>
            <ac:spMk id="117" creationId="{00000000-0000-0000-0000-000000000000}"/>
          </ac:spMkLst>
        </pc:spChg>
        <pc:spChg chg="mod">
          <ac:chgData name="Mirhashemi, Hirad (JSC-EG211)[Odyssey Space Research L.L.C.]" userId="6f166bae-29d5-4689-9268-b70daf30da53" providerId="ADAL" clId="{E2BFDAB3-287B-4D75-9276-432F011E1A02}" dt="2025-08-06T15:32:38.645" v="2181" actId="20577"/>
          <ac:spMkLst>
            <pc:docMk/>
            <pc:sldMk cId="0" sldId="266"/>
            <ac:spMk id="118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E2BFDAB3-287B-4D75-9276-432F011E1A02}" dt="2025-08-06T15:32:57.457" v="2211" actId="20577"/>
        <pc:sldMkLst>
          <pc:docMk/>
          <pc:sldMk cId="0" sldId="267"/>
        </pc:sldMkLst>
        <pc:spChg chg="mod">
          <ac:chgData name="Mirhashemi, Hirad (JSC-EG211)[Odyssey Space Research L.L.C.]" userId="6f166bae-29d5-4689-9268-b70daf30da53" providerId="ADAL" clId="{E2BFDAB3-287B-4D75-9276-432F011E1A02}" dt="2025-08-06T15:32:57.457" v="2211" actId="20577"/>
          <ac:spMkLst>
            <pc:docMk/>
            <pc:sldMk cId="0" sldId="267"/>
            <ac:spMk id="120" creationId="{00000000-0000-0000-0000-000000000000}"/>
          </ac:spMkLst>
        </pc:spChg>
      </pc:sldChg>
      <pc:sldChg chg="addSp delSp modSp add del mod">
        <pc:chgData name="Mirhashemi, Hirad (JSC-EG211)[Odyssey Space Research L.L.C.]" userId="6f166bae-29d5-4689-9268-b70daf30da53" providerId="ADAL" clId="{E2BFDAB3-287B-4D75-9276-432F011E1A02}" dt="2025-08-05T17:52:58.927" v="809" actId="2890"/>
        <pc:sldMkLst>
          <pc:docMk/>
          <pc:sldMk cId="640637334" sldId="268"/>
        </pc:sldMkLst>
        <pc:spChg chg="add del mod">
          <ac:chgData name="Mirhashemi, Hirad (JSC-EG211)[Odyssey Space Research L.L.C.]" userId="6f166bae-29d5-4689-9268-b70daf30da53" providerId="ADAL" clId="{E2BFDAB3-287B-4D75-9276-432F011E1A02}" dt="2025-08-05T17:52:53.310" v="801" actId="478"/>
          <ac:spMkLst>
            <pc:docMk/>
            <pc:sldMk cId="640637334" sldId="268"/>
            <ac:spMk id="3" creationId="{CDFA8863-74BC-C33F-282D-4144410FBD7B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17:52:57.346" v="806" actId="478"/>
          <ac:spMkLst>
            <pc:docMk/>
            <pc:sldMk cId="640637334" sldId="268"/>
            <ac:spMk id="5" creationId="{E56B2C01-BBE8-C012-0AC2-CDCC4504E5CF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17:52:58.534" v="808"/>
          <ac:spMkLst>
            <pc:docMk/>
            <pc:sldMk cId="640637334" sldId="268"/>
            <ac:spMk id="108" creationId="{00000000-0000-0000-0000-000000000000}"/>
          </ac:spMkLst>
        </pc:spChg>
      </pc:sldChg>
      <pc:sldChg chg="new del">
        <pc:chgData name="Mirhashemi, Hirad (JSC-EG211)[Odyssey Space Research L.L.C.]" userId="6f166bae-29d5-4689-9268-b70daf30da53" providerId="ADAL" clId="{E2BFDAB3-287B-4D75-9276-432F011E1A02}" dt="2025-08-05T17:54:02.730" v="827" actId="47"/>
        <pc:sldMkLst>
          <pc:docMk/>
          <pc:sldMk cId="3017205509" sldId="268"/>
        </pc:sldMkLst>
      </pc:sldChg>
      <pc:sldChg chg="addSp delSp modSp add del mod">
        <pc:chgData name="Mirhashemi, Hirad (JSC-EG211)[Odyssey Space Research L.L.C.]" userId="6f166bae-29d5-4689-9268-b70daf30da53" providerId="ADAL" clId="{E2BFDAB3-287B-4D75-9276-432F011E1A02}" dt="2025-08-05T20:48:11.928" v="1789" actId="2696"/>
        <pc:sldMkLst>
          <pc:docMk/>
          <pc:sldMk cId="3336341149" sldId="268"/>
        </pc:sldMkLst>
        <pc:spChg chg="add del mod">
          <ac:chgData name="Mirhashemi, Hirad (JSC-EG211)[Odyssey Space Research L.L.C.]" userId="6f166bae-29d5-4689-9268-b70daf30da53" providerId="ADAL" clId="{E2BFDAB3-287B-4D75-9276-432F011E1A02}" dt="2025-08-05T17:58:56.316" v="912" actId="478"/>
          <ac:spMkLst>
            <pc:docMk/>
            <pc:sldMk cId="3336341149" sldId="268"/>
            <ac:spMk id="3" creationId="{DDA79372-2B86-E3D7-18D4-1AC8958F7F1D}"/>
          </ac:spMkLst>
        </pc:spChg>
        <pc:spChg chg="mod">
          <ac:chgData name="Mirhashemi, Hirad (JSC-EG211)[Odyssey Space Research L.L.C.]" userId="6f166bae-29d5-4689-9268-b70daf30da53" providerId="ADAL" clId="{E2BFDAB3-287B-4D75-9276-432F011E1A02}" dt="2025-08-05T20:44:58.950" v="1676" actId="20577"/>
          <ac:spMkLst>
            <pc:docMk/>
            <pc:sldMk cId="3336341149" sldId="268"/>
            <ac:spMk id="108" creationId="{00000000-0000-0000-0000-000000000000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17:59:02.063" v="915" actId="20577"/>
          <ac:spMkLst>
            <pc:docMk/>
            <pc:sldMk cId="3336341149" sldId="268"/>
            <ac:spMk id="109" creationId="{00000000-0000-0000-0000-000000000000}"/>
          </ac:spMkLst>
        </pc:spChg>
      </pc:sldChg>
      <pc:sldChg chg="modSp add del mod">
        <pc:chgData name="Mirhashemi, Hirad (JSC-EG211)[Odyssey Space Research L.L.C.]" userId="6f166bae-29d5-4689-9268-b70daf30da53" providerId="ADAL" clId="{E2BFDAB3-287B-4D75-9276-432F011E1A02}" dt="2025-08-05T20:44:02.967" v="1658" actId="2696"/>
        <pc:sldMkLst>
          <pc:docMk/>
          <pc:sldMk cId="3244620982" sldId="269"/>
        </pc:sldMkLst>
        <pc:spChg chg="mod">
          <ac:chgData name="Mirhashemi, Hirad (JSC-EG211)[Odyssey Space Research L.L.C.]" userId="6f166bae-29d5-4689-9268-b70daf30da53" providerId="ADAL" clId="{E2BFDAB3-287B-4D75-9276-432F011E1A02}" dt="2025-08-05T20:04:46.652" v="1551" actId="20577"/>
          <ac:spMkLst>
            <pc:docMk/>
            <pc:sldMk cId="3244620982" sldId="269"/>
            <ac:spMk id="108" creationId="{00000000-0000-0000-0000-000000000000}"/>
          </ac:spMkLst>
        </pc:spChg>
        <pc:spChg chg="mod">
          <ac:chgData name="Mirhashemi, Hirad (JSC-EG211)[Odyssey Space Research L.L.C.]" userId="6f166bae-29d5-4689-9268-b70daf30da53" providerId="ADAL" clId="{E2BFDAB3-287B-4D75-9276-432F011E1A02}" dt="2025-08-05T20:04:59.110" v="1556" actId="14"/>
          <ac:spMkLst>
            <pc:docMk/>
            <pc:sldMk cId="3244620982" sldId="269"/>
            <ac:spMk id="109" creationId="{00000000-0000-0000-0000-000000000000}"/>
          </ac:spMkLst>
        </pc:spChg>
      </pc:sldChg>
      <pc:sldMasterChg chg="addSp delSp modSp mod modSldLayout">
        <pc:chgData name="Mirhashemi, Hirad (JSC-EG211)[Odyssey Space Research L.L.C.]" userId="6f166bae-29d5-4689-9268-b70daf30da53" providerId="ADAL" clId="{E2BFDAB3-287B-4D75-9276-432F011E1A02}" dt="2025-08-06T18:55:55.663" v="2519" actId="20577"/>
        <pc:sldMasterMkLst>
          <pc:docMk/>
          <pc:sldMasterMk cId="0" sldId="2147483648"/>
        </pc:sldMasterMkLst>
        <pc:spChg chg="mod ord">
          <ac:chgData name="Mirhashemi, Hirad (JSC-EG211)[Odyssey Space Research L.L.C.]" userId="6f166bae-29d5-4689-9268-b70daf30da53" providerId="ADAL" clId="{E2BFDAB3-287B-4D75-9276-432F011E1A02}" dt="2025-08-06T18:55:55.663" v="2519" actId="20577"/>
          <ac:spMkLst>
            <pc:docMk/>
            <pc:sldMasterMk cId="0" sldId="2147483648"/>
            <ac:spMk id="5" creationId="{00000000-0000-0000-0000-000000000000}"/>
          </ac:spMkLst>
        </pc:spChg>
        <pc:spChg chg="mod">
          <ac:chgData name="Mirhashemi, Hirad (JSC-EG211)[Odyssey Space Research L.L.C.]" userId="6f166bae-29d5-4689-9268-b70daf30da53" providerId="ADAL" clId="{E2BFDAB3-287B-4D75-9276-432F011E1A02}" dt="2025-08-06T16:33:21.948" v="2516" actId="20577"/>
          <ac:spMkLst>
            <pc:docMk/>
            <pc:sldMasterMk cId="0" sldId="2147483648"/>
            <ac:spMk id="6" creationId="{00000000-0000-0000-0000-000000000000}"/>
          </ac:spMkLst>
        </pc:spChg>
        <pc:spChg chg="del mod">
          <ac:chgData name="Mirhashemi, Hirad (JSC-EG211)[Odyssey Space Research L.L.C.]" userId="6f166bae-29d5-4689-9268-b70daf30da53" providerId="ADAL" clId="{E2BFDAB3-287B-4D75-9276-432F011E1A02}" dt="2025-08-05T19:27:15.876" v="1203" actId="478"/>
          <ac:spMkLst>
            <pc:docMk/>
            <pc:sldMasterMk cId="0" sldId="2147483648"/>
            <ac:spMk id="8" creationId="{00000000-0000-0000-0000-000000000000}"/>
          </ac:spMkLst>
        </pc:spChg>
        <pc:spChg chg="add mod">
          <ac:chgData name="Mirhashemi, Hirad (JSC-EG211)[Odyssey Space Research L.L.C.]" userId="6f166bae-29d5-4689-9268-b70daf30da53" providerId="ADAL" clId="{E2BFDAB3-287B-4D75-9276-432F011E1A02}" dt="2025-08-05T19:33:17.806" v="1289" actId="767"/>
          <ac:spMkLst>
            <pc:docMk/>
            <pc:sldMasterMk cId="0" sldId="2147483648"/>
            <ac:spMk id="9" creationId="{A51A3C18-6813-1DDE-7121-7EFA5E05573C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20:40:57.420" v="1625" actId="478"/>
          <ac:spMkLst>
            <pc:docMk/>
            <pc:sldMasterMk cId="0" sldId="2147483648"/>
            <ac:spMk id="10" creationId="{24DB2BE0-514C-B9CE-4D8E-EC7CAF0B34B9}"/>
          </ac:spMkLst>
        </pc:spChg>
        <pc:sldLayoutChg chg="modSp mod">
          <pc:chgData name="Mirhashemi, Hirad (JSC-EG211)[Odyssey Space Research L.L.C.]" userId="6f166bae-29d5-4689-9268-b70daf30da53" providerId="ADAL" clId="{E2BFDAB3-287B-4D75-9276-432F011E1A02}" dt="2025-08-05T19:30:03.701" v="1249" actId="20577"/>
          <pc:sldLayoutMkLst>
            <pc:docMk/>
            <pc:sldMasterMk cId="0" sldId="2147483648"/>
            <pc:sldLayoutMk cId="0" sldId="2147483650"/>
          </pc:sldLayoutMkLst>
          <pc:spChg chg="mod">
            <ac:chgData name="Mirhashemi, Hirad (JSC-EG211)[Odyssey Space Research L.L.C.]" userId="6f166bae-29d5-4689-9268-b70daf30da53" providerId="ADAL" clId="{E2BFDAB3-287B-4D75-9276-432F011E1A02}" dt="2025-08-05T19:30:03.701" v="1249" actId="20577"/>
            <ac:spMkLst>
              <pc:docMk/>
              <pc:sldMasterMk cId="0" sldId="2147483648"/>
              <pc:sldLayoutMk cId="0" sldId="2147483650"/>
              <ac:spMk id="8" creationId="{00000000-0000-0000-0000-000000000000}"/>
            </ac:spMkLst>
          </pc:spChg>
        </pc:sldLayoutChg>
        <pc:sldLayoutChg chg="addSp delSp modSp mod">
          <pc:chgData name="Mirhashemi, Hirad (JSC-EG211)[Odyssey Space Research L.L.C.]" userId="6f166bae-29d5-4689-9268-b70daf30da53" providerId="ADAL" clId="{E2BFDAB3-287B-4D75-9276-432F011E1A02}" dt="2025-08-05T20:13:33.052" v="1618" actId="478"/>
          <pc:sldLayoutMkLst>
            <pc:docMk/>
            <pc:sldMasterMk cId="0" sldId="2147483648"/>
            <pc:sldLayoutMk cId="0" sldId="2147483651"/>
          </pc:sldLayoutMkLst>
          <pc:spChg chg="add del mod">
            <ac:chgData name="Mirhashemi, Hirad (JSC-EG211)[Odyssey Space Research L.L.C.]" userId="6f166bae-29d5-4689-9268-b70daf30da53" providerId="ADAL" clId="{E2BFDAB3-287B-4D75-9276-432F011E1A02}" dt="2025-08-05T20:13:33.052" v="1618" actId="478"/>
            <ac:spMkLst>
              <pc:docMk/>
              <pc:sldMasterMk cId="0" sldId="2147483648"/>
              <pc:sldLayoutMk cId="0" sldId="2147483651"/>
              <ac:spMk id="3" creationId="{1CE5ED50-33FC-7009-FEFA-19BB642C2C3A}"/>
            </ac:spMkLst>
          </pc:spChg>
          <pc:spChg chg="add del mod">
            <ac:chgData name="Mirhashemi, Hirad (JSC-EG211)[Odyssey Space Research L.L.C.]" userId="6f166bae-29d5-4689-9268-b70daf30da53" providerId="ADAL" clId="{E2BFDAB3-287B-4D75-9276-432F011E1A02}" dt="2025-08-05T19:52:31.488" v="1359" actId="478"/>
            <ac:spMkLst>
              <pc:docMk/>
              <pc:sldMasterMk cId="0" sldId="2147483648"/>
              <pc:sldLayoutMk cId="0" sldId="2147483651"/>
              <ac:spMk id="10" creationId="{00000000-0000-0000-0000-000000000000}"/>
            </ac:spMkLst>
          </pc:spChg>
        </pc:sldLayoutChg>
      </pc:sldMasterChg>
      <pc:sldMasterChg chg="modSp">
        <pc:chgData name="Mirhashemi, Hirad (JSC-EG211)[Odyssey Space Research L.L.C.]" userId="6f166bae-29d5-4689-9268-b70daf30da53" providerId="ADAL" clId="{E2BFDAB3-287B-4D75-9276-432F011E1A02}" dt="2025-08-05T19:17:43.569" v="1089" actId="20577"/>
        <pc:sldMasterMkLst>
          <pc:docMk/>
          <pc:sldMasterMk cId="95852377" sldId="2147483674"/>
        </pc:sldMasterMkLst>
        <pc:spChg chg="mod">
          <ac:chgData name="Mirhashemi, Hirad (JSC-EG211)[Odyssey Space Research L.L.C.]" userId="6f166bae-29d5-4689-9268-b70daf30da53" providerId="ADAL" clId="{E2BFDAB3-287B-4D75-9276-432F011E1A02}" dt="2025-08-05T19:17:43.569" v="1089" actId="20577"/>
          <ac:spMkLst>
            <pc:docMk/>
            <pc:sldMasterMk cId="95852377" sldId="2147483674"/>
            <ac:spMk id="8" creationId="{00000000-0000-0000-0000-000000000000}"/>
          </ac:spMkLst>
        </pc:spChg>
      </pc:sldMasterChg>
      <pc:sldMasterChg chg="new del mod addSldLayout">
        <pc:chgData name="Mirhashemi, Hirad (JSC-EG211)[Odyssey Space Research L.L.C.]" userId="6f166bae-29d5-4689-9268-b70daf30da53" providerId="ADAL" clId="{E2BFDAB3-287B-4D75-9276-432F011E1A02}" dt="2025-08-05T20:41:26.792" v="1628" actId="2696"/>
        <pc:sldMasterMkLst>
          <pc:docMk/>
          <pc:sldMasterMk cId="3716476896" sldId="2147483674"/>
        </pc:sldMasterMkLst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3949188381" sldId="2147483675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1487546376" sldId="2147483676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2466729760" sldId="2147483677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678056093" sldId="2147483678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3949463508" sldId="2147483679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2812375913" sldId="2147483680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2422614103" sldId="2147483681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1292114645" sldId="2147483682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3218569316" sldId="2147483683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1025604196" sldId="2147483684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3419385318" sldId="2147483685"/>
          </pc:sldLayoutMkLst>
        </pc:sldLayoutChg>
      </pc:sldMasterChg>
      <pc:sldMasterChg chg="add del mod addSldLayout modSldLayout">
        <pc:chgData name="Mirhashemi, Hirad (JSC-EG211)[Odyssey Space Research L.L.C.]" userId="6f166bae-29d5-4689-9268-b70daf30da53" providerId="ADAL" clId="{E2BFDAB3-287B-4D75-9276-432F011E1A02}" dt="2025-08-05T20:41:08.448" v="1627" actId="2696"/>
        <pc:sldMasterMkLst>
          <pc:docMk/>
          <pc:sldMasterMk cId="44366847" sldId="2147483686"/>
        </pc:sldMasterMkLst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1553000517" sldId="2147483687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2328542705" sldId="2147483688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2145339772" sldId="2147483689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84890872" sldId="2147483690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718901194" sldId="2147483691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887627176" sldId="2147483692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84115538" sldId="2147483693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3460528961" sldId="2147483694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3169408855" sldId="2147483695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3167406421" sldId="2147483696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589472099" sldId="2147483697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1882037461" sldId="2147483698"/>
          </pc:sldLayoutMkLst>
        </pc:sldLayoutChg>
      </pc:sldMasterChg>
    </pc:docChg>
  </pc:docChgLst>
  <pc:docChgLst>
    <pc:chgData name="Mirhashemi, Hirad (JSC-EG211)[Odyssey Space Research L.L.C.]" userId="6f166bae-29d5-4689-9268-b70daf30da53" providerId="ADAL" clId="{9DA19AFA-9013-4AA3-86AE-D87F2743760E}"/>
    <pc:docChg chg="undo redo custSel modSld modMainMaster">
      <pc:chgData name="Mirhashemi, Hirad (JSC-EG211)[Odyssey Space Research L.L.C.]" userId="6f166bae-29d5-4689-9268-b70daf30da53" providerId="ADAL" clId="{9DA19AFA-9013-4AA3-86AE-D87F2743760E}" dt="2025-08-07T15:45:14.078" v="2536" actId="20577"/>
      <pc:docMkLst>
        <pc:docMk/>
      </pc:docMkLst>
      <pc:sldChg chg="modSp mod">
        <pc:chgData name="Mirhashemi, Hirad (JSC-EG211)[Odyssey Space Research L.L.C.]" userId="6f166bae-29d5-4689-9268-b70daf30da53" providerId="ADAL" clId="{9DA19AFA-9013-4AA3-86AE-D87F2743760E}" dt="2025-08-07T15:34:09.173" v="2535" actId="14100"/>
        <pc:sldMkLst>
          <pc:docMk/>
          <pc:sldMk cId="0" sldId="256"/>
        </pc:sldMkLst>
        <pc:spChg chg="mod">
          <ac:chgData name="Mirhashemi, Hirad (JSC-EG211)[Odyssey Space Research L.L.C.]" userId="6f166bae-29d5-4689-9268-b70daf30da53" providerId="ADAL" clId="{9DA19AFA-9013-4AA3-86AE-D87F2743760E}" dt="2025-08-07T15:34:09.173" v="2535" actId="14100"/>
          <ac:spMkLst>
            <pc:docMk/>
            <pc:sldMk cId="0" sldId="256"/>
            <ac:spMk id="96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9DA19AFA-9013-4AA3-86AE-D87F2743760E}" dt="2025-08-07T14:15:03.044" v="1445" actId="20577"/>
        <pc:sldMkLst>
          <pc:docMk/>
          <pc:sldMk cId="0" sldId="258"/>
        </pc:sldMkLst>
        <pc:spChg chg="mod">
          <ac:chgData name="Mirhashemi, Hirad (JSC-EG211)[Odyssey Space Research L.L.C.]" userId="6f166bae-29d5-4689-9268-b70daf30da53" providerId="ADAL" clId="{9DA19AFA-9013-4AA3-86AE-D87F2743760E}" dt="2025-08-07T14:15:03.044" v="1445" actId="20577"/>
          <ac:spMkLst>
            <pc:docMk/>
            <pc:sldMk cId="0" sldId="258"/>
            <ac:spMk id="102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9DA19AFA-9013-4AA3-86AE-D87F2743760E}" dt="2025-08-07T14:16:00.809" v="1456" actId="20577"/>
        <pc:sldMkLst>
          <pc:docMk/>
          <pc:sldMk cId="0" sldId="259"/>
        </pc:sldMkLst>
        <pc:spChg chg="mod">
          <ac:chgData name="Mirhashemi, Hirad (JSC-EG211)[Odyssey Space Research L.L.C.]" userId="6f166bae-29d5-4689-9268-b70daf30da53" providerId="ADAL" clId="{9DA19AFA-9013-4AA3-86AE-D87F2743760E}" dt="2025-08-07T14:16:00.809" v="1456" actId="20577"/>
          <ac:spMkLst>
            <pc:docMk/>
            <pc:sldMk cId="0" sldId="259"/>
            <ac:spMk id="104" creationId="{00000000-0000-0000-0000-000000000000}"/>
          </ac:spMkLst>
        </pc:spChg>
      </pc:sldChg>
      <pc:sldChg chg="addSp delSp modSp mod">
        <pc:chgData name="Mirhashemi, Hirad (JSC-EG211)[Odyssey Space Research L.L.C.]" userId="6f166bae-29d5-4689-9268-b70daf30da53" providerId="ADAL" clId="{9DA19AFA-9013-4AA3-86AE-D87F2743760E}" dt="2025-08-07T14:27:15.020" v="1985"/>
        <pc:sldMkLst>
          <pc:docMk/>
          <pc:sldMk cId="0" sldId="260"/>
        </pc:sldMkLst>
        <pc:spChg chg="mod">
          <ac:chgData name="Mirhashemi, Hirad (JSC-EG211)[Odyssey Space Research L.L.C.]" userId="6f166bae-29d5-4689-9268-b70daf30da53" providerId="ADAL" clId="{9DA19AFA-9013-4AA3-86AE-D87F2743760E}" dt="2025-08-07T14:18:20.260" v="1487" actId="1076"/>
          <ac:spMkLst>
            <pc:docMk/>
            <pc:sldMk cId="0" sldId="260"/>
            <ac:spMk id="3" creationId="{C6FE64F0-D7B7-CD7F-636E-B49063B2BD46}"/>
          </ac:spMkLst>
        </pc:spChg>
        <pc:spChg chg="add del">
          <ac:chgData name="Mirhashemi, Hirad (JSC-EG211)[Odyssey Space Research L.L.C.]" userId="6f166bae-29d5-4689-9268-b70daf30da53" providerId="ADAL" clId="{9DA19AFA-9013-4AA3-86AE-D87F2743760E}" dt="2025-08-07T14:18:08.484" v="1483" actId="22"/>
          <ac:spMkLst>
            <pc:docMk/>
            <pc:sldMk cId="0" sldId="260"/>
            <ac:spMk id="4" creationId="{489215F6-9544-A5B9-9CAE-608B17F2962D}"/>
          </ac:spMkLst>
        </pc:spChg>
        <pc:spChg chg="add mod">
          <ac:chgData name="Mirhashemi, Hirad (JSC-EG211)[Odyssey Space Research L.L.C.]" userId="6f166bae-29d5-4689-9268-b70daf30da53" providerId="ADAL" clId="{9DA19AFA-9013-4AA3-86AE-D87F2743760E}" dt="2025-08-07T14:27:15.020" v="1985"/>
          <ac:spMkLst>
            <pc:docMk/>
            <pc:sldMk cId="0" sldId="260"/>
            <ac:spMk id="6" creationId="{F66B3B7A-5069-050B-EBB8-2C71C23D2AD9}"/>
          </ac:spMkLst>
        </pc:spChg>
      </pc:sldChg>
      <pc:sldChg chg="modSp mod">
        <pc:chgData name="Mirhashemi, Hirad (JSC-EG211)[Odyssey Space Research L.L.C.]" userId="6f166bae-29d5-4689-9268-b70daf30da53" providerId="ADAL" clId="{9DA19AFA-9013-4AA3-86AE-D87F2743760E}" dt="2025-08-07T14:23:01.324" v="1828" actId="20577"/>
        <pc:sldMkLst>
          <pc:docMk/>
          <pc:sldMk cId="0" sldId="261"/>
        </pc:sldMkLst>
        <pc:spChg chg="mod">
          <ac:chgData name="Mirhashemi, Hirad (JSC-EG211)[Odyssey Space Research L.L.C.]" userId="6f166bae-29d5-4689-9268-b70daf30da53" providerId="ADAL" clId="{9DA19AFA-9013-4AA3-86AE-D87F2743760E}" dt="2025-08-07T14:21:05.695" v="1617" actId="5793"/>
          <ac:spMkLst>
            <pc:docMk/>
            <pc:sldMk cId="0" sldId="261"/>
            <ac:spMk id="108" creationId="{00000000-0000-0000-0000-000000000000}"/>
          </ac:spMkLst>
        </pc:spChg>
        <pc:spChg chg="mod">
          <ac:chgData name="Mirhashemi, Hirad (JSC-EG211)[Odyssey Space Research L.L.C.]" userId="6f166bae-29d5-4689-9268-b70daf30da53" providerId="ADAL" clId="{9DA19AFA-9013-4AA3-86AE-D87F2743760E}" dt="2025-08-07T14:23:01.324" v="1828" actId="20577"/>
          <ac:spMkLst>
            <pc:docMk/>
            <pc:sldMk cId="0" sldId="261"/>
            <ac:spMk id="109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9DA19AFA-9013-4AA3-86AE-D87F2743760E}" dt="2025-08-07T15:21:47.263" v="2253" actId="20577"/>
        <pc:sldMkLst>
          <pc:docMk/>
          <pc:sldMk cId="0" sldId="263"/>
        </pc:sldMkLst>
        <pc:spChg chg="mod">
          <ac:chgData name="Mirhashemi, Hirad (JSC-EG211)[Odyssey Space Research L.L.C.]" userId="6f166bae-29d5-4689-9268-b70daf30da53" providerId="ADAL" clId="{9DA19AFA-9013-4AA3-86AE-D87F2743760E}" dt="2025-08-07T15:21:47.263" v="2253" actId="20577"/>
          <ac:spMkLst>
            <pc:docMk/>
            <pc:sldMk cId="0" sldId="263"/>
            <ac:spMk id="113" creationId="{00000000-0000-0000-0000-000000000000}"/>
          </ac:spMkLst>
        </pc:spChg>
      </pc:sldChg>
      <pc:sldChg chg="addSp delSp modSp mod">
        <pc:chgData name="Mirhashemi, Hirad (JSC-EG211)[Odyssey Space Research L.L.C.]" userId="6f166bae-29d5-4689-9268-b70daf30da53" providerId="ADAL" clId="{9DA19AFA-9013-4AA3-86AE-D87F2743760E}" dt="2025-08-07T15:21:50.129" v="2256" actId="1076"/>
        <pc:sldMkLst>
          <pc:docMk/>
          <pc:sldMk cId="0" sldId="264"/>
        </pc:sldMkLst>
        <pc:picChg chg="add del">
          <ac:chgData name="Mirhashemi, Hirad (JSC-EG211)[Odyssey Space Research L.L.C.]" userId="6f166bae-29d5-4689-9268-b70daf30da53" providerId="ADAL" clId="{9DA19AFA-9013-4AA3-86AE-D87F2743760E}" dt="2025-08-07T15:21:47.960" v="2254" actId="478"/>
          <ac:picMkLst>
            <pc:docMk/>
            <pc:sldMk cId="0" sldId="264"/>
            <ac:picMk id="5" creationId="{E9C070B0-BD0E-79D2-B6D4-FE60778D12D0}"/>
          </ac:picMkLst>
        </pc:picChg>
        <pc:picChg chg="mod">
          <ac:chgData name="Mirhashemi, Hirad (JSC-EG211)[Odyssey Space Research L.L.C.]" userId="6f166bae-29d5-4689-9268-b70daf30da53" providerId="ADAL" clId="{9DA19AFA-9013-4AA3-86AE-D87F2743760E}" dt="2025-08-07T15:21:50.129" v="2256" actId="1076"/>
          <ac:picMkLst>
            <pc:docMk/>
            <pc:sldMk cId="0" sldId="264"/>
            <ac:picMk id="9" creationId="{7845BCF5-4E50-012B-A383-97639172684F}"/>
          </ac:picMkLst>
        </pc:picChg>
      </pc:sldChg>
      <pc:sldChg chg="modSp mod">
        <pc:chgData name="Mirhashemi, Hirad (JSC-EG211)[Odyssey Space Research L.L.C.]" userId="6f166bae-29d5-4689-9268-b70daf30da53" providerId="ADAL" clId="{9DA19AFA-9013-4AA3-86AE-D87F2743760E}" dt="2025-08-07T15:32:02.547" v="2520" actId="20577"/>
        <pc:sldMkLst>
          <pc:docMk/>
          <pc:sldMk cId="0" sldId="265"/>
        </pc:sldMkLst>
        <pc:spChg chg="mod">
          <ac:chgData name="Mirhashemi, Hirad (JSC-EG211)[Odyssey Space Research L.L.C.]" userId="6f166bae-29d5-4689-9268-b70daf30da53" providerId="ADAL" clId="{9DA19AFA-9013-4AA3-86AE-D87F2743760E}" dt="2025-08-07T15:32:02.547" v="2520" actId="20577"/>
          <ac:spMkLst>
            <pc:docMk/>
            <pc:sldMk cId="0" sldId="265"/>
            <ac:spMk id="116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9DA19AFA-9013-4AA3-86AE-D87F2743760E}" dt="2025-08-07T15:32:14.632" v="2525" actId="20577"/>
        <pc:sldMkLst>
          <pc:docMk/>
          <pc:sldMk cId="0" sldId="266"/>
        </pc:sldMkLst>
        <pc:spChg chg="mod">
          <ac:chgData name="Mirhashemi, Hirad (JSC-EG211)[Odyssey Space Research L.L.C.]" userId="6f166bae-29d5-4689-9268-b70daf30da53" providerId="ADAL" clId="{9DA19AFA-9013-4AA3-86AE-D87F2743760E}" dt="2025-08-07T15:32:14.632" v="2525" actId="20577"/>
          <ac:spMkLst>
            <pc:docMk/>
            <pc:sldMk cId="0" sldId="266"/>
            <ac:spMk id="118" creationId="{00000000-0000-0000-0000-000000000000}"/>
          </ac:spMkLst>
        </pc:spChg>
      </pc:sldChg>
      <pc:sldMasterChg chg="modSp mod">
        <pc:chgData name="Mirhashemi, Hirad (JSC-EG211)[Odyssey Space Research L.L.C.]" userId="6f166bae-29d5-4689-9268-b70daf30da53" providerId="ADAL" clId="{9DA19AFA-9013-4AA3-86AE-D87F2743760E}" dt="2025-08-07T15:45:14.078" v="2536" actId="20577"/>
        <pc:sldMasterMkLst>
          <pc:docMk/>
          <pc:sldMasterMk cId="0" sldId="2147483648"/>
        </pc:sldMasterMkLst>
        <pc:spChg chg="mod">
          <ac:chgData name="Mirhashemi, Hirad (JSC-EG211)[Odyssey Space Research L.L.C.]" userId="6f166bae-29d5-4689-9268-b70daf30da53" providerId="ADAL" clId="{9DA19AFA-9013-4AA3-86AE-D87F2743760E}" dt="2025-08-07T15:45:14.078" v="2536" actId="20577"/>
          <ac:spMkLst>
            <pc:docMk/>
            <pc:sldMasterMk cId="0" sldId="2147483648"/>
            <ac:spMk id="5" creationId="{00000000-0000-0000-0000-000000000000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92560" y="829080"/>
            <a:ext cx="7446960" cy="409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3950" b="0" strike="noStrike" spc="-1">
                <a:latin typeface="Arial"/>
              </a:rPr>
              <a:t>Click to move the slide</a:t>
            </a: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863280" y="5183280"/>
            <a:ext cx="6905880" cy="491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87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9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93" name="PlaceHolder 4"/>
          <p:cNvSpPr>
            <a:spLocks noGrp="1"/>
          </p:cNvSpPr>
          <p:nvPr>
            <p:ph type="dt"/>
          </p:nvPr>
        </p:nvSpPr>
        <p:spPr>
          <a:xfrm>
            <a:off x="4885920" y="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94" name="PlaceHolder 5"/>
          <p:cNvSpPr>
            <a:spLocks noGrp="1"/>
          </p:cNvSpPr>
          <p:nvPr>
            <p:ph type="ftr"/>
          </p:nvPr>
        </p:nvSpPr>
        <p:spPr>
          <a:xfrm>
            <a:off x="0" y="1036692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95" name="PlaceHolder 6"/>
          <p:cNvSpPr>
            <a:spLocks noGrp="1"/>
          </p:cNvSpPr>
          <p:nvPr>
            <p:ph type="sldNum"/>
          </p:nvPr>
        </p:nvSpPr>
        <p:spPr>
          <a:xfrm>
            <a:off x="4885920" y="1036692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</a:pPr>
            <a:fld id="{31C97FCD-0B7D-48EB-B144-F2E92E5975D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4402800" y="9553680"/>
            <a:ext cx="3346920" cy="48240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2880" tIns="46440" rIns="92880" bIns="46440" anchor="b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8064F1FE-B692-45B1-84E4-F7702D56A966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body"/>
          </p:nvPr>
        </p:nvSpPr>
        <p:spPr>
          <a:xfrm>
            <a:off x="777600" y="4777560"/>
            <a:ext cx="6196320" cy="4505760"/>
          </a:xfrm>
          <a:prstGeom prst="rect">
            <a:avLst/>
          </a:prstGeom>
          <a:noFill/>
          <a:ln w="0">
            <a:noFill/>
          </a:ln>
        </p:spPr>
        <p:txBody>
          <a:bodyPr lIns="92880" tIns="46440" rIns="92880" bIns="46440" anchor="t">
            <a:noAutofit/>
          </a:bodyPr>
          <a:lstStyle/>
          <a:p>
            <a:endParaRPr lang="en-US" sz="287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77863" y="828675"/>
            <a:ext cx="7275512" cy="4092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>
              <a:buNone/>
            </a:pPr>
            <a:fld id="{31C97FCD-0B7D-48EB-B144-F2E92E5975D0}" type="slidenum">
              <a:rPr lang="en-US" sz="1400" b="0" strike="noStrike" spc="-1" smtClean="0">
                <a:latin typeface="Times New Roman"/>
              </a:rPr>
              <a:t>6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840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1188000" y="91080"/>
            <a:ext cx="7769880" cy="212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34275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66729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18252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34275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66729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1188000" y="91080"/>
            <a:ext cx="7769880" cy="212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34275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66729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/>
          </p:nvPr>
        </p:nvSpPr>
        <p:spPr>
          <a:xfrm>
            <a:off x="18252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/>
          </p:nvPr>
        </p:nvSpPr>
        <p:spPr>
          <a:xfrm>
            <a:off x="34275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/>
          </p:nvPr>
        </p:nvSpPr>
        <p:spPr>
          <a:xfrm>
            <a:off x="66729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" name="CustomShape 3"/>
          <p:cNvSpPr/>
          <p:nvPr/>
        </p:nvSpPr>
        <p:spPr>
          <a:xfrm>
            <a:off x="360" y="639720"/>
            <a:ext cx="10046880" cy="25236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100000">
                <a:srgbClr val="21409A"/>
              </a:gs>
            </a:gsLst>
            <a:lin ang="0"/>
          </a:gradFill>
          <a:ln w="648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" name="Picture 35"/>
          <p:cNvPicPr/>
          <p:nvPr/>
        </p:nvPicPr>
        <p:blipFill>
          <a:blip r:embed="rId14"/>
          <a:stretch/>
        </p:blipFill>
        <p:spPr>
          <a:xfrm>
            <a:off x="9141120" y="0"/>
            <a:ext cx="914400" cy="733680"/>
          </a:xfrm>
          <a:prstGeom prst="rect">
            <a:avLst/>
          </a:prstGeom>
          <a:ln w="9360">
            <a:noFill/>
          </a:ln>
        </p:spPr>
      </p:pic>
      <p:pic>
        <p:nvPicPr>
          <p:cNvPr id="4" name="Picture 24"/>
          <p:cNvPicPr/>
          <p:nvPr/>
        </p:nvPicPr>
        <p:blipFill>
          <a:blip r:embed="rId15"/>
          <a:stretch/>
        </p:blipFill>
        <p:spPr>
          <a:xfrm>
            <a:off x="91080" y="18360"/>
            <a:ext cx="840600" cy="713160"/>
          </a:xfrm>
          <a:prstGeom prst="rect">
            <a:avLst/>
          </a:prstGeom>
          <a:ln w="9360"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4387680" y="5485680"/>
            <a:ext cx="5576040" cy="1836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</a:pPr>
            <a:r>
              <a:rPr lang="en-US" sz="1100" b="1" strike="noStrike" spc="-1" dirty="0">
                <a:latin typeface="Times New Roman"/>
              </a:rPr>
              <a:t>Slide </a:t>
            </a:r>
            <a:fld id="{FCD10905-8E8B-4818-8309-30653CDF43A3}" type="slidenum">
              <a:rPr lang="en-US" sz="1100" b="1" strike="noStrike" spc="-1">
                <a:latin typeface="Times New Roman"/>
              </a:rPr>
              <a:t>‹#›</a:t>
            </a:fld>
            <a:r>
              <a:rPr lang="en-US" sz="1100" b="1" strike="noStrike" spc="-1" dirty="0">
                <a:latin typeface="Times New Roman"/>
              </a:rPr>
              <a:t> of 12</a:t>
            </a:r>
            <a:endParaRPr lang="en-US" sz="1100" b="0" strike="noStrike" spc="-1" dirty="0">
              <a:latin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079" y="5485680"/>
            <a:ext cx="6170731" cy="1836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1" strike="noStrike" spc="-1" dirty="0">
                <a:latin typeface="Times New Roman"/>
              </a:rPr>
              <a:t>  ANTARES Model V&amp;V</a:t>
            </a:r>
            <a:r>
              <a:rPr lang="en-US" sz="1100" b="1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Pointing Reference Frame — Hirad Mirhashemi</a:t>
            </a:r>
            <a:endParaRPr lang="en-US" sz="11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800" indent="0" algn="l" defTabSz="914400" rtl="0" eaLnBrk="1" latinLnBrk="0" hangingPunct="1">
        <a:lnSpc>
          <a:spcPct val="90000"/>
        </a:lnSpc>
        <a:spcBef>
          <a:spcPts val="1000"/>
        </a:spcBef>
        <a:buSzPct val="75000"/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0000" indent="0" algn="l" defTabSz="914400" rtl="0" eaLnBrk="1" latinLnBrk="0" hangingPunct="1">
        <a:lnSpc>
          <a:spcPct val="90000"/>
        </a:lnSpc>
        <a:spcBef>
          <a:spcPts val="500"/>
        </a:spcBef>
        <a:buSzPct val="50000"/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90000"/>
        </a:lnSpc>
        <a:spcBef>
          <a:spcPts val="500"/>
        </a:spcBef>
        <a:buSzPct val="50000"/>
        <a:buFont typeface="Wingdings" pitchFamily="2" charset="2"/>
        <a:buNone/>
        <a:defRPr sz="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35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93750" indent="-28575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5400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 hidden="1"/>
          <p:cNvSpPr/>
          <p:nvPr/>
        </p:nvSpPr>
        <p:spPr>
          <a:xfrm>
            <a:off x="4426200" y="5469840"/>
            <a:ext cx="1060200" cy="982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b="1" i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Page </a:t>
            </a:r>
            <a:fld id="{3409D930-2287-41B3-921B-0387F4C9F349}" type="slidenum">
              <a:rPr lang="en-US" sz="900" b="1" i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‹#›</a:t>
            </a:fld>
            <a:endParaRPr lang="en-US" sz="900" b="0" strike="noStrike" spc="-1">
              <a:latin typeface="Arial"/>
            </a:endParaRPr>
          </a:p>
        </p:txBody>
      </p:sp>
      <p:sp>
        <p:nvSpPr>
          <p:cNvPr id="44" name="CustomShape 2" hidden="1"/>
          <p:cNvSpPr/>
          <p:nvPr/>
        </p:nvSpPr>
        <p:spPr>
          <a:xfrm>
            <a:off x="24120" y="5490360"/>
            <a:ext cx="4096800" cy="17280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900" b="1" i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ANTARES Model V&amp;V – &lt;Model Name&gt; – &lt;Team&gt;– &lt;Sim Version&gt;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45" name="CustomShape 3" hidden="1"/>
          <p:cNvSpPr/>
          <p:nvPr/>
        </p:nvSpPr>
        <p:spPr>
          <a:xfrm>
            <a:off x="360" y="637200"/>
            <a:ext cx="10046880" cy="25236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100000">
                <a:srgbClr val="0A128C"/>
              </a:gs>
            </a:gsLst>
            <a:lin ang="0"/>
          </a:gradFill>
          <a:ln w="648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" name="CustomShape 4" hidden="1"/>
          <p:cNvSpPr/>
          <p:nvPr/>
        </p:nvSpPr>
        <p:spPr>
          <a:xfrm>
            <a:off x="8105400" y="659520"/>
            <a:ext cx="1243800" cy="210240"/>
          </a:xfrm>
          <a:prstGeom prst="rect">
            <a:avLst/>
          </a:prstGeom>
          <a:noFill/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1" strike="noStrike" spc="-1">
                <a:solidFill>
                  <a:srgbClr val="000000"/>
                </a:solidFill>
                <a:latin typeface="Arial"/>
                <a:ea typeface="ＭＳ Ｐゴシック"/>
              </a:rPr>
              <a:t>Orion Project</a:t>
            </a:r>
            <a:endParaRPr lang="en-US" sz="1200" b="0" strike="noStrike" spc="-1">
              <a:latin typeface="Arial"/>
            </a:endParaRPr>
          </a:p>
        </p:txBody>
      </p:sp>
      <p:pic>
        <p:nvPicPr>
          <p:cNvPr id="47" name="Picture 24"/>
          <p:cNvPicPr/>
          <p:nvPr/>
        </p:nvPicPr>
        <p:blipFill>
          <a:blip r:embed="rId14"/>
          <a:stretch/>
        </p:blipFill>
        <p:spPr>
          <a:xfrm>
            <a:off x="72720" y="18000"/>
            <a:ext cx="1112760" cy="700920"/>
          </a:xfrm>
          <a:prstGeom prst="rect">
            <a:avLst/>
          </a:prstGeom>
          <a:ln w="9360">
            <a:noFill/>
          </a:ln>
        </p:spPr>
      </p:pic>
      <p:pic>
        <p:nvPicPr>
          <p:cNvPr id="48" name="Picture 35"/>
          <p:cNvPicPr/>
          <p:nvPr/>
        </p:nvPicPr>
        <p:blipFill>
          <a:blip r:embed="rId15"/>
          <a:stretch/>
        </p:blipFill>
        <p:spPr>
          <a:xfrm>
            <a:off x="8939520" y="0"/>
            <a:ext cx="1116000" cy="733680"/>
          </a:xfrm>
          <a:prstGeom prst="rect">
            <a:avLst/>
          </a:prstGeom>
          <a:ln w="9360">
            <a:noFill/>
          </a:ln>
        </p:spPr>
      </p:pic>
      <p:pic>
        <p:nvPicPr>
          <p:cNvPr id="49" name="Picture 4"/>
          <p:cNvPicPr/>
          <p:nvPr/>
        </p:nvPicPr>
        <p:blipFill>
          <a:blip r:embed="rId16"/>
          <a:stretch/>
        </p:blipFill>
        <p:spPr>
          <a:xfrm>
            <a:off x="0" y="0"/>
            <a:ext cx="10055880" cy="5653440"/>
          </a:xfrm>
          <a:prstGeom prst="rect">
            <a:avLst/>
          </a:prstGeom>
          <a:ln w="0">
            <a:noFill/>
          </a:ln>
        </p:spPr>
      </p:pic>
      <p:pic>
        <p:nvPicPr>
          <p:cNvPr id="50" name="Picture 34"/>
          <p:cNvPicPr/>
          <p:nvPr/>
        </p:nvPicPr>
        <p:blipFill>
          <a:blip r:embed="rId14"/>
          <a:stretch/>
        </p:blipFill>
        <p:spPr>
          <a:xfrm>
            <a:off x="213120" y="143640"/>
            <a:ext cx="1112760" cy="861840"/>
          </a:xfrm>
          <a:prstGeom prst="rect">
            <a:avLst/>
          </a:prstGeom>
          <a:ln w="9360">
            <a:noFill/>
          </a:ln>
        </p:spPr>
      </p:pic>
      <p:pic>
        <p:nvPicPr>
          <p:cNvPr id="51" name="Picture 35"/>
          <p:cNvPicPr/>
          <p:nvPr/>
        </p:nvPicPr>
        <p:blipFill>
          <a:blip r:embed="rId15"/>
          <a:stretch/>
        </p:blipFill>
        <p:spPr>
          <a:xfrm>
            <a:off x="209520" y="3341880"/>
            <a:ext cx="1116000" cy="733680"/>
          </a:xfrm>
          <a:prstGeom prst="rect">
            <a:avLst/>
          </a:prstGeom>
          <a:ln w="936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395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03640" y="1325880"/>
            <a:ext cx="90687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168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5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933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32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69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99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4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66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3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6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3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6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3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6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"/>
          <p:cNvSpPr/>
          <p:nvPr/>
        </p:nvSpPr>
        <p:spPr>
          <a:xfrm>
            <a:off x="1427040" y="1033920"/>
            <a:ext cx="7497504" cy="553478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1" strike="noStrike" spc="-1" dirty="0">
                <a:solidFill>
                  <a:schemeClr val="bg1"/>
                </a:solidFill>
                <a:latin typeface="Arial"/>
                <a:ea typeface="ＭＳ Ｐゴシック"/>
              </a:rPr>
              <a:t>V&amp;V Results for Pointing Reference Frames</a:t>
            </a:r>
            <a:endParaRPr lang="en-US" sz="28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97" name="CustomShape 2"/>
          <p:cNvSpPr/>
          <p:nvPr/>
        </p:nvSpPr>
        <p:spPr>
          <a:xfrm>
            <a:off x="2717640" y="4399200"/>
            <a:ext cx="7157520" cy="813960"/>
          </a:xfrm>
          <a:prstGeom prst="rect">
            <a:avLst/>
          </a:prstGeom>
          <a:solidFill>
            <a:srgbClr val="EEECE1">
              <a:alpha val="50000"/>
            </a:srgb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Hirad Mirhashemi</a:t>
            </a:r>
            <a:endParaRPr lang="en-US" sz="1500" b="0" strike="noStrike" spc="-1" dirty="0">
              <a:solidFill>
                <a:srgbClr val="C9211E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500" b="1" strike="noStrike" spc="-1" dirty="0">
                <a:solidFill>
                  <a:schemeClr val="bg1"/>
                </a:solidFill>
                <a:latin typeface="Arial"/>
                <a:ea typeface="ＭＳ Ｐゴシック"/>
              </a:rPr>
              <a:t>Organization (</a:t>
            </a:r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Odyssey Space Research)</a:t>
            </a:r>
            <a:endParaRPr lang="en-US" sz="1500" b="0" strike="noStrike" spc="-1" dirty="0">
              <a:solidFill>
                <a:srgbClr val="C9211E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Date: </a:t>
            </a:r>
            <a:fld id="{15A66493-A20E-4807-87CB-3450BAC0E276}" type="datetime">
              <a:rPr lang="en-US" sz="1500" b="1" strike="noStrike" spc="-1" smtClean="0">
                <a:solidFill>
                  <a:srgbClr val="FFFFFF"/>
                </a:solidFill>
                <a:latin typeface="Arial"/>
                <a:ea typeface="ＭＳ Ｐゴシック"/>
              </a:rPr>
              <a:t>11/13/2025</a:t>
            </a:fld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 (version 1) –  </a:t>
            </a:r>
            <a:fld id="{828B8B43-DAEA-4298-8040-BA23F5AF6FBD}" type="datetime">
              <a:rPr lang="en-US" sz="1500" b="1" strike="noStrike" spc="-1" smtClean="0">
                <a:solidFill>
                  <a:srgbClr val="FFFFFF"/>
                </a:solidFill>
                <a:latin typeface="Arial"/>
                <a:ea typeface="ＭＳ Ｐゴシック"/>
              </a:rPr>
              <a:t>11/13/2025</a:t>
            </a:fld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 (latest)</a:t>
            </a:r>
            <a:endParaRPr lang="en-US" sz="1500" b="0" strike="noStrike" spc="-1" dirty="0">
              <a:solidFill>
                <a:srgbClr val="C9211E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1500" b="0" strike="noStrike" spc="-1" dirty="0">
              <a:solidFill>
                <a:srgbClr val="C9211E"/>
              </a:solidFill>
              <a:latin typeface="Arial"/>
            </a:endParaRPr>
          </a:p>
        </p:txBody>
      </p:sp>
      <p:sp>
        <p:nvSpPr>
          <p:cNvPr id="98" name="CustomShape 3"/>
          <p:cNvSpPr/>
          <p:nvPr/>
        </p:nvSpPr>
        <p:spPr>
          <a:xfrm>
            <a:off x="136800" y="4399200"/>
            <a:ext cx="2559600" cy="813960"/>
          </a:xfrm>
          <a:prstGeom prst="rect">
            <a:avLst/>
          </a:prstGeom>
          <a:solidFill>
            <a:srgbClr val="EEECE1">
              <a:alpha val="50000"/>
            </a:srgb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500" b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ANTARES Artemis 2</a:t>
            </a:r>
            <a:endParaRPr lang="en-US" sz="15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500" b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Model V&amp;V</a:t>
            </a:r>
            <a:endParaRPr lang="en-US" sz="15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15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 dirty="0">
                <a:solidFill>
                  <a:srgbClr val="182F7C"/>
                </a:solidFill>
                <a:latin typeface="Arial"/>
              </a:rPr>
              <a:t>Outline</a:t>
            </a: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182520" y="914040"/>
            <a:ext cx="9389880" cy="447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Purpose and Use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Assumptions and Limitations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Antares Project Status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Location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Associated Merge Requests and Commit Hashes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Inheritance and Dependencies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Model Inventory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Code Review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Coding Standards Compliance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Architecture Review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Code Coverage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Verification / Validation Test Descriptions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Follow-on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 dirty="0">
                <a:solidFill>
                  <a:srgbClr val="182F7C"/>
                </a:solidFill>
                <a:latin typeface="Arial"/>
              </a:rPr>
              <a:t>Model Purpose and Use</a:t>
            </a: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182520" y="1005479"/>
            <a:ext cx="9597960" cy="443702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Purpose: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b="0" strike="noStrike" spc="-1" dirty="0" err="1">
                <a:latin typeface="Times New Roman"/>
              </a:rPr>
              <a:t>PointingRefFrame</a:t>
            </a:r>
            <a:r>
              <a:rPr lang="en-US" b="0" strike="noStrike" spc="-1" dirty="0">
                <a:latin typeface="Times New Roman"/>
              </a:rPr>
              <a:t>: Defines a pointing reference frame aligned with the relative motion between two other reference frames (e.g., a </a:t>
            </a:r>
            <a:r>
              <a:rPr lang="en-US" spc="-1" dirty="0">
                <a:latin typeface="Times New Roman"/>
              </a:rPr>
              <a:t>s</a:t>
            </a:r>
            <a:r>
              <a:rPr lang="en-US" b="0" strike="noStrike" spc="-1" dirty="0">
                <a:latin typeface="Times New Roman"/>
              </a:rPr>
              <a:t>ynodic frame), enabling vehicle state analysis relative to the line joining those frames.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 err="1">
                <a:latin typeface="Times New Roman"/>
              </a:rPr>
              <a:t>EphemBasedPointingRefFrame</a:t>
            </a:r>
            <a:r>
              <a:rPr lang="en-US" spc="-1" dirty="0">
                <a:latin typeface="Times New Roman"/>
              </a:rPr>
              <a:t>: Extends </a:t>
            </a:r>
            <a:r>
              <a:rPr lang="en-US" spc="-1" dirty="0" err="1">
                <a:latin typeface="Times New Roman"/>
              </a:rPr>
              <a:t>PointingRefFrame</a:t>
            </a:r>
            <a:r>
              <a:rPr lang="en-US" spc="-1" dirty="0">
                <a:latin typeface="Times New Roman"/>
              </a:rPr>
              <a:t> by incorporating the Ephemerides Manager and is required when the state of at least one of the two reference frames is available only through ephemeris updates.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Models Using this Model:</a:t>
            </a:r>
            <a:endParaRPr lang="en-US" b="0" strike="noStrike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b="0" strike="noStrike" spc="-1" dirty="0" err="1">
                <a:latin typeface="Times New Roman"/>
              </a:rPr>
              <a:t>PointingRefFrame</a:t>
            </a:r>
            <a:r>
              <a:rPr lang="en-US" b="0" strike="noStrike" spc="-1" dirty="0">
                <a:latin typeface="Times New Roman"/>
              </a:rPr>
              <a:t> serves as a base class for </a:t>
            </a:r>
            <a:r>
              <a:rPr lang="en-US" b="0" strike="noStrike" spc="-1" dirty="0" err="1">
                <a:latin typeface="Times New Roman"/>
              </a:rPr>
              <a:t>EphemBasedPointing</a:t>
            </a:r>
            <a:r>
              <a:rPr lang="en-US" spc="-1" dirty="0" err="1">
                <a:latin typeface="Times New Roman"/>
              </a:rPr>
              <a:t>RefFrame</a:t>
            </a:r>
            <a:r>
              <a:rPr lang="en-US" spc="-1" dirty="0">
                <a:latin typeface="Times New Roman"/>
              </a:rPr>
              <a:t>, which is further extended by </a:t>
            </a:r>
            <a:r>
              <a:rPr lang="en-US" spc="-1" dirty="0" err="1">
                <a:latin typeface="Times New Roman"/>
              </a:rPr>
              <a:t>EarthMoonRotatingFrame</a:t>
            </a:r>
            <a:r>
              <a:rPr lang="en-US" spc="-1" dirty="0">
                <a:latin typeface="Times New Roman"/>
              </a:rPr>
              <a:t>.	</a:t>
            </a:r>
            <a:endParaRPr lang="en-US" b="0" strike="noStrike" spc="-1" dirty="0"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Assumptions and Limitations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b="0" strike="noStrike" spc="-1" dirty="0" err="1">
                <a:solidFill>
                  <a:srgbClr val="000000"/>
                </a:solidFill>
                <a:latin typeface="Times New Roman"/>
              </a:rPr>
              <a:t>PointingRefFrame</a:t>
            </a: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: Assumes both the originating and target frames are registered in the simulation’s frame manager.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 err="1">
                <a:latin typeface="Times New Roman"/>
              </a:rPr>
              <a:t>EphemBasedPointingRefFrame</a:t>
            </a:r>
            <a:r>
              <a:rPr lang="en-US" spc="-1" dirty="0">
                <a:latin typeface="Times New Roman"/>
              </a:rPr>
              <a:t>: Either the state of the originating, target frames or both are known by the Ephemerides Manager</a:t>
            </a:r>
            <a:endParaRPr lang="en-US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 dirty="0">
                <a:solidFill>
                  <a:srgbClr val="182F7C"/>
                </a:solidFill>
                <a:latin typeface="Arial"/>
              </a:rPr>
              <a:t>Antares Project Status</a:t>
            </a: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Model Locations: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cml/models/dynamics/</a:t>
            </a:r>
            <a:r>
              <a:rPr lang="en-US" sz="1800" b="0" strike="noStrike" spc="-1" dirty="0" err="1">
                <a:latin typeface="Times New Roman"/>
              </a:rPr>
              <a:t>state_descriptors</a:t>
            </a:r>
            <a:r>
              <a:rPr lang="en-US" sz="1800" b="0" strike="noStrike" spc="-1" dirty="0">
                <a:latin typeface="Times New Roman"/>
              </a:rPr>
              <a:t>/</a:t>
            </a:r>
            <a:r>
              <a:rPr lang="en-US" sz="1800" b="0" strike="noStrike" spc="-1" dirty="0" err="1">
                <a:latin typeface="Times New Roman"/>
              </a:rPr>
              <a:t>pointing_ref_frame</a:t>
            </a:r>
            <a:endParaRPr lang="en-US" sz="1800" b="0" strike="noStrike" spc="-1" dirty="0"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Recent Merge Requests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!6758 JEOD to CML message handler updates 	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!3341 Initial implementation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Most Recent Commit Hash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chemeClr val="tx1"/>
                </a:solidFill>
                <a:latin typeface="Times New Roman"/>
              </a:rPr>
              <a:t> a5f4615cb4ebdb581716307d1317dc825cb9eadb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Code Inheritance and Dependencies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FE64F0-D7B7-CD7F-636E-B49063B2BD46}"/>
              </a:ext>
            </a:extLst>
          </p:cNvPr>
          <p:cNvSpPr txBox="1"/>
          <p:nvPr/>
        </p:nvSpPr>
        <p:spPr>
          <a:xfrm>
            <a:off x="87422" y="921716"/>
            <a:ext cx="2973891" cy="39805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9800">
              <a:spcBef>
                <a:spcPts val="357"/>
              </a:spcBef>
              <a:buClr>
                <a:srgbClr val="000000"/>
              </a:buClr>
              <a:buSzPct val="45000"/>
            </a:pPr>
            <a:r>
              <a:rPr lang="en-US" sz="2200" b="0" strike="noStrike" spc="-1" dirty="0" err="1">
                <a:latin typeface="Times New Roman"/>
              </a:rPr>
              <a:t>PointingRefFrame</a:t>
            </a:r>
            <a:r>
              <a:rPr lang="en-US" sz="2200" b="0" strike="noStrike" spc="-1" dirty="0">
                <a:latin typeface="Times New Roman"/>
              </a:rPr>
              <a:t>: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Code Inheritance</a:t>
            </a:r>
          </a:p>
          <a:p>
            <a:pPr marL="864000" lvl="3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CML:</a:t>
            </a:r>
          </a:p>
          <a:p>
            <a:pPr marL="540000" lvl="3">
              <a:buClr>
                <a:srgbClr val="000000"/>
              </a:buClr>
              <a:buSzPct val="75000"/>
            </a:pPr>
            <a:r>
              <a:rPr lang="en-US" i="0" spc="-1" dirty="0">
                <a:solidFill>
                  <a:srgbClr val="000000"/>
                </a:solidFill>
                <a:effectLst/>
                <a:latin typeface="Times New Roman"/>
              </a:rPr>
              <a:t>	</a:t>
            </a:r>
            <a:r>
              <a:rPr lang="en-US" b="0" i="0" dirty="0">
                <a:effectLst/>
                <a:latin typeface="+mj-lt"/>
              </a:rPr>
              <a:t>▸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SubscriptionBase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Code Dependencies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CML:</a:t>
            </a:r>
          </a:p>
          <a:p>
            <a:pPr marL="540000" lvl="1">
              <a:buClr>
                <a:srgbClr val="000000"/>
              </a:buClr>
              <a:buSzPct val="75000"/>
            </a:pPr>
            <a:r>
              <a:rPr lang="en-US" b="0" i="0" dirty="0">
                <a:effectLst/>
                <a:latin typeface="+mj-lt"/>
              </a:rPr>
              <a:t>	▸</a:t>
            </a:r>
            <a:r>
              <a:rPr lang="en-US" b="0" i="0" dirty="0" err="1">
                <a:effectLst/>
                <a:latin typeface="+mj-lt"/>
              </a:rPr>
              <a:t>CMLMessage</a:t>
            </a:r>
            <a:endParaRPr lang="en-US" b="0" i="0" dirty="0">
              <a:effectLst/>
              <a:latin typeface="+mj-lt"/>
            </a:endParaRPr>
          </a:p>
          <a:p>
            <a:pPr marL="540000" lvl="1">
              <a:buClr>
                <a:srgbClr val="000000"/>
              </a:buClr>
              <a:buSzPct val="75000"/>
            </a:pPr>
            <a:r>
              <a:rPr lang="en-US" sz="1800" b="0" i="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	</a:t>
            </a:r>
            <a:r>
              <a:rPr lang="en-US" sz="1800" b="0" i="0" kern="1200" dirty="0">
                <a:solidFill>
                  <a:srgbClr val="000000"/>
                </a:solidFill>
                <a:effectLst/>
                <a:latin typeface="+mn-ea"/>
                <a:ea typeface="+mn-ea"/>
                <a:cs typeface="+mn-cs"/>
              </a:rPr>
              <a:t>▸</a:t>
            </a:r>
            <a:r>
              <a:rPr lang="en-US" sz="1800" kern="12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MathUtils</a:t>
            </a:r>
            <a:endParaRPr lang="en-US" b="0" i="0" dirty="0">
              <a:solidFill>
                <a:srgbClr val="C00000"/>
              </a:solidFill>
              <a:effectLst/>
              <a:latin typeface="+mj-lt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JEOD:</a:t>
            </a:r>
          </a:p>
          <a:p>
            <a:pPr marL="540000" lvl="1">
              <a:buClr>
                <a:srgbClr val="000000"/>
              </a:buClr>
              <a:buSzPct val="75000"/>
            </a:pPr>
            <a:r>
              <a:rPr lang="en-US" b="0" i="0" dirty="0">
                <a:effectLst/>
                <a:latin typeface="+mj-lt"/>
              </a:rPr>
              <a:t>	▸</a:t>
            </a:r>
            <a:r>
              <a:rPr lang="en-US" dirty="0" err="1">
                <a:latin typeface="+mj-lt"/>
              </a:rPr>
              <a:t>RefFrame</a:t>
            </a:r>
            <a:endParaRPr lang="en-US" dirty="0">
              <a:latin typeface="+mj-lt"/>
            </a:endParaRPr>
          </a:p>
          <a:p>
            <a:pPr marL="540000" lvl="1">
              <a:buClr>
                <a:srgbClr val="000000"/>
              </a:buClr>
              <a:buSzPct val="75000"/>
            </a:pPr>
            <a:r>
              <a:rPr lang="en-US" b="0" i="0" dirty="0">
                <a:effectLst/>
                <a:latin typeface="+mj-lt"/>
              </a:rPr>
              <a:t>	▸</a:t>
            </a:r>
            <a:r>
              <a:rPr lang="en-US" dirty="0" err="1">
                <a:latin typeface="+mj-lt"/>
              </a:rPr>
              <a:t>RefFrameState</a:t>
            </a:r>
            <a:endParaRPr lang="en-US" dirty="0">
              <a:latin typeface="+mj-lt"/>
            </a:endParaRPr>
          </a:p>
          <a:p>
            <a:pPr marL="540000" lvl="1">
              <a:buClr>
                <a:srgbClr val="000000"/>
              </a:buClr>
              <a:buSzPct val="75000"/>
            </a:pPr>
            <a:r>
              <a:rPr lang="en-US" b="0" i="0" dirty="0">
                <a:effectLst/>
                <a:latin typeface="+mj-lt"/>
              </a:rPr>
              <a:t>	▸</a:t>
            </a:r>
            <a:r>
              <a:rPr lang="en-US" dirty="0">
                <a:latin typeface="+mj-lt"/>
              </a:rPr>
              <a:t>Vector3</a:t>
            </a:r>
          </a:p>
          <a:p>
            <a:pPr marL="540000" lvl="1">
              <a:buClr>
                <a:srgbClr val="000000"/>
              </a:buClr>
              <a:buSzPct val="75000"/>
            </a:pPr>
            <a:r>
              <a:rPr lang="en-US" b="0" i="0" dirty="0">
                <a:effectLst/>
                <a:latin typeface="+mj-lt"/>
              </a:rPr>
              <a:t>	▸</a:t>
            </a:r>
            <a:r>
              <a:rPr lang="en-US" dirty="0">
                <a:latin typeface="+mj-lt"/>
              </a:rPr>
              <a:t>Matrix3x3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6B3B7A-5069-050B-EBB8-2C71C23D2AD9}"/>
              </a:ext>
            </a:extLst>
          </p:cNvPr>
          <p:cNvSpPr txBox="1"/>
          <p:nvPr/>
        </p:nvSpPr>
        <p:spPr>
          <a:xfrm>
            <a:off x="5072940" y="921716"/>
            <a:ext cx="5040172" cy="2318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800">
              <a:spcBef>
                <a:spcPts val="357"/>
              </a:spcBef>
              <a:buClr>
                <a:srgbClr val="000000"/>
              </a:buClr>
              <a:buSzPct val="45000"/>
            </a:pPr>
            <a:r>
              <a:rPr lang="en-US" sz="2200" b="0" strike="noStrike" spc="-1" dirty="0" err="1">
                <a:latin typeface="Times New Roman"/>
              </a:rPr>
              <a:t>EphemBasedPointingRefFrame</a:t>
            </a:r>
            <a:r>
              <a:rPr lang="en-US" sz="2200" b="0" strike="noStrike" spc="-1" dirty="0">
                <a:latin typeface="Times New Roman"/>
              </a:rPr>
              <a:t>: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Code Inheritance</a:t>
            </a:r>
          </a:p>
          <a:p>
            <a:pPr marL="864000" lvl="3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CML:</a:t>
            </a:r>
          </a:p>
          <a:p>
            <a:pPr marL="540000" lvl="3">
              <a:buClr>
                <a:srgbClr val="000000"/>
              </a:buClr>
              <a:buSzPct val="75000"/>
            </a:pPr>
            <a:r>
              <a:rPr lang="en-US" i="0" spc="-1" dirty="0">
                <a:solidFill>
                  <a:srgbClr val="000000"/>
                </a:solidFill>
                <a:effectLst/>
                <a:latin typeface="Times New Roman"/>
              </a:rPr>
              <a:t>	</a:t>
            </a:r>
            <a:r>
              <a:rPr lang="en-US" b="0" i="0" dirty="0">
                <a:effectLst/>
                <a:latin typeface="+mj-lt"/>
              </a:rPr>
              <a:t>▸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PointingRefFrame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Code Dependencies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JEOD:</a:t>
            </a:r>
          </a:p>
          <a:p>
            <a:pPr marL="540000" lvl="1">
              <a:buClr>
                <a:srgbClr val="000000"/>
              </a:buClr>
              <a:buSzPct val="75000"/>
            </a:pPr>
            <a:r>
              <a:rPr lang="en-US" b="0" i="0" dirty="0">
                <a:effectLst/>
                <a:latin typeface="+mj-lt"/>
              </a:rPr>
              <a:t>	▸</a:t>
            </a:r>
            <a:r>
              <a:rPr lang="en-US" dirty="0" err="1">
                <a:latin typeface="+mj-lt"/>
              </a:rPr>
              <a:t>EphemeridesManager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Model Inventory</a:t>
            </a: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7534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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Documentation (docs/)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pointing_ref_frame.odt</a:t>
            </a: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pointing_ref_frame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.pdf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pointing_ref_frame</a:t>
            </a:r>
            <a:r>
              <a:rPr lang="en-US" sz="1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_presentation.pptx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pointing_ref_frame</a:t>
            </a:r>
            <a:r>
              <a:rPr lang="en-US" sz="1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_presentation.pdf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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Headers (include/)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ephem_based_</a:t>
            </a:r>
            <a:r>
              <a:rPr lang="en-US" sz="1400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pointing_ref_frame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.hh</a:t>
            </a:r>
            <a:endParaRPr lang="en-US" sz="14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pointing_ref_frame.hh</a:t>
            </a: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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Source code (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src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pointing_ref_frame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.cc</a:t>
            </a: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4935960" y="1005480"/>
            <a:ext cx="4753440" cy="4361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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Verification (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verif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/)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SIM_</a:t>
            </a:r>
            <a:r>
              <a:rPr lang="en-US" sz="1400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Ephem</a:t>
            </a: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RUN_01_ephem_only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RUN_02_both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RUN_03_ephem_only_resubscribe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400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FAIL_noephem_only</a:t>
            </a:r>
            <a:endParaRPr lang="en-US" sz="14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FAIL_noephem_with</a:t>
            </a:r>
            <a:r>
              <a:rPr lang="en-US" sz="1400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_subscriptions</a:t>
            </a: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SIM_verif</a:t>
            </a: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RUN_01_Geometric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ERROR_bad_frames</a:t>
            </a: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400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FAIL_unassigned_frames</a:t>
            </a: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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Validation (validation/)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None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endParaRPr lang="en-US" sz="12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  <a:ea typeface="Noto Sans CJK SC"/>
              </a:rPr>
              <a:t>Code Review : </a:t>
            </a: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Coding Standards Compliance</a:t>
            </a: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>
                <a:solidFill>
                  <a:srgbClr val="000000"/>
                </a:solidFill>
                <a:latin typeface="Times New Roman"/>
              </a:rPr>
              <a:t>Model is compliant</a:t>
            </a:r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 dirty="0">
                <a:solidFill>
                  <a:srgbClr val="182F7C"/>
                </a:solidFill>
                <a:latin typeface="Arial"/>
              </a:rPr>
              <a:t>Code Review : Architecture Review</a:t>
            </a: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solidFill>
                  <a:srgbClr val="000000"/>
                </a:solidFill>
                <a:latin typeface="Times New Roman"/>
              </a:rPr>
              <a:t>Single class,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Times New Roman"/>
              </a:rPr>
              <a:t>PointingRefFrame</a:t>
            </a:r>
            <a:endParaRPr lang="en-US" sz="2200" b="0" strike="noStrike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No initialization method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solidFill>
                  <a:srgbClr val="000000"/>
                </a:solidFill>
                <a:latin typeface="Times New Roman"/>
              </a:rPr>
              <a:t>Two setter-methods for configuring model:</a:t>
            </a:r>
          </a:p>
          <a:p>
            <a:pPr marL="540000" lvl="1">
              <a:buClr>
                <a:srgbClr val="000000"/>
              </a:buClr>
              <a:buSzPct val="75000"/>
            </a:pPr>
            <a:r>
              <a:rPr lang="en-US" b="0" i="0" dirty="0">
                <a:effectLst/>
                <a:latin typeface="+mj-lt"/>
              </a:rPr>
              <a:t>	▸</a:t>
            </a:r>
            <a:r>
              <a:rPr lang="en-US" b="0" i="1" dirty="0">
                <a:effectLst/>
                <a:latin typeface="+mj-lt"/>
              </a:rPr>
              <a:t>void </a:t>
            </a:r>
            <a:r>
              <a:rPr lang="en-US" b="0" i="1" dirty="0" err="1">
                <a:effectLst/>
                <a:latin typeface="+mj-lt"/>
              </a:rPr>
              <a:t>set_originating_frame</a:t>
            </a:r>
            <a:r>
              <a:rPr lang="en-US" b="0" i="1" dirty="0">
                <a:effectLst/>
                <a:latin typeface="+mj-lt"/>
              </a:rPr>
              <a:t>(</a:t>
            </a:r>
            <a:r>
              <a:rPr lang="en-US" b="0" i="1" dirty="0" err="1">
                <a:effectLst/>
                <a:latin typeface="+mj-lt"/>
              </a:rPr>
              <a:t>RefFrame</a:t>
            </a:r>
            <a:r>
              <a:rPr lang="en-US" b="0" i="1" dirty="0">
                <a:effectLst/>
                <a:latin typeface="+mj-lt"/>
              </a:rPr>
              <a:t> * </a:t>
            </a:r>
            <a:r>
              <a:rPr lang="en-US" b="0" i="1" dirty="0" err="1">
                <a:effectLst/>
                <a:latin typeface="+mj-lt"/>
              </a:rPr>
              <a:t>originating_frame</a:t>
            </a:r>
            <a:r>
              <a:rPr lang="en-US" b="0" i="1" dirty="0">
                <a:effectLst/>
                <a:latin typeface="+mj-lt"/>
              </a:rPr>
              <a:t>)</a:t>
            </a:r>
          </a:p>
          <a:p>
            <a:pPr marL="540000" lvl="1" algn="l" rtl="0">
              <a:buClr>
                <a:srgbClr val="000000"/>
              </a:buClr>
              <a:buSzPct val="75000"/>
            </a:pPr>
            <a:r>
              <a:rPr lang="en-US" sz="1800" b="0" i="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	▸</a:t>
            </a:r>
            <a:r>
              <a:rPr lang="en-US" i="1" kern="1200" dirty="0">
                <a:latin typeface="Times New Roman" panose="02020603050405020304" pitchFamily="18" charset="0"/>
                <a:ea typeface="+mn-ea"/>
                <a:cs typeface="+mn-cs"/>
              </a:rPr>
              <a:t>void </a:t>
            </a:r>
            <a:r>
              <a:rPr lang="en-US" i="1" kern="1200" dirty="0" err="1">
                <a:latin typeface="Times New Roman" panose="02020603050405020304" pitchFamily="18" charset="0"/>
                <a:ea typeface="+mn-ea"/>
                <a:cs typeface="+mn-cs"/>
              </a:rPr>
              <a:t>set_target_frame</a:t>
            </a:r>
            <a:r>
              <a:rPr lang="en-US" i="1" kern="1200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i="1" kern="1200" dirty="0" err="1">
                <a:latin typeface="Times New Roman" panose="02020603050405020304" pitchFamily="18" charset="0"/>
                <a:ea typeface="+mn-ea"/>
                <a:cs typeface="+mn-cs"/>
              </a:rPr>
              <a:t>RefFrame</a:t>
            </a:r>
            <a:r>
              <a:rPr lang="en-US" i="1" kern="1200" dirty="0">
                <a:latin typeface="Times New Roman" panose="02020603050405020304" pitchFamily="18" charset="0"/>
                <a:ea typeface="+mn-ea"/>
                <a:cs typeface="+mn-cs"/>
              </a:rPr>
              <a:t> * </a:t>
            </a:r>
            <a:r>
              <a:rPr lang="en-US" i="1" kern="1200" dirty="0" err="1">
                <a:latin typeface="Times New Roman" panose="02020603050405020304" pitchFamily="18" charset="0"/>
                <a:ea typeface="+mn-ea"/>
                <a:cs typeface="+mn-cs"/>
              </a:rPr>
              <a:t>target_frame</a:t>
            </a:r>
            <a:r>
              <a:rPr lang="en-US" i="1" kern="1200" dirty="0"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endParaRPr lang="en-US" sz="1800" b="0" i="1" strike="noStrike" spc="-1" dirty="0">
              <a:solidFill>
                <a:srgbClr val="000000"/>
              </a:solidFill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Single run</a:t>
            </a:r>
            <a:r>
              <a:rPr lang="en-US" spc="-1" dirty="0">
                <a:solidFill>
                  <a:srgbClr val="000000"/>
                </a:solidFill>
                <a:latin typeface="Times New Roman"/>
              </a:rPr>
              <a:t>-time </a:t>
            </a:r>
            <a:r>
              <a:rPr lang="en-US" i="1" spc="-1" dirty="0">
                <a:solidFill>
                  <a:srgbClr val="000000"/>
                </a:solidFill>
                <a:latin typeface="Times New Roman"/>
              </a:rPr>
              <a:t>update()</a:t>
            </a:r>
            <a:r>
              <a:rPr lang="en-US" spc="-1" dirty="0">
                <a:solidFill>
                  <a:srgbClr val="000000"/>
                </a:solidFill>
                <a:latin typeface="Times New Roman"/>
              </a:rPr>
              <a:t> method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solidFill>
                  <a:srgbClr val="000000"/>
                </a:solidFill>
                <a:latin typeface="Times New Roman"/>
              </a:rPr>
              <a:t>Protected </a:t>
            </a:r>
            <a:r>
              <a:rPr lang="en-US" i="1" spc="-1" dirty="0" err="1">
                <a:solidFill>
                  <a:srgbClr val="000000"/>
                </a:solidFill>
                <a:latin typeface="Times New Roman"/>
              </a:rPr>
              <a:t>setup_frames</a:t>
            </a:r>
            <a:r>
              <a:rPr lang="en-US" i="1" spc="-1" dirty="0">
                <a:solidFill>
                  <a:srgbClr val="000000"/>
                </a:solidFill>
                <a:latin typeface="Times New Roman"/>
              </a:rPr>
              <a:t>()</a:t>
            </a:r>
            <a:r>
              <a:rPr lang="en-US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i="1" spc="-1" dirty="0">
                <a:solidFill>
                  <a:srgbClr val="000000"/>
                </a:solidFill>
                <a:latin typeface="Times New Roman"/>
              </a:rPr>
              <a:t>activate()</a:t>
            </a:r>
            <a:r>
              <a:rPr lang="en-US" spc="-1" dirty="0">
                <a:solidFill>
                  <a:srgbClr val="000000"/>
                </a:solidFill>
                <a:latin typeface="Times New Roman"/>
              </a:rPr>
              <a:t>, and </a:t>
            </a:r>
            <a:r>
              <a:rPr lang="en-US" i="1" spc="-1" dirty="0">
                <a:solidFill>
                  <a:srgbClr val="000000"/>
                </a:solidFill>
                <a:latin typeface="Times New Roman"/>
              </a:rPr>
              <a:t>deactivate()</a:t>
            </a:r>
            <a:r>
              <a:rPr lang="en-US" spc="-1" dirty="0">
                <a:solidFill>
                  <a:srgbClr val="000000"/>
                </a:solidFill>
                <a:latin typeface="Times New Roman"/>
              </a:rPr>
              <a:t> methods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endParaRPr lang="en-US" spc="-1" dirty="0">
              <a:solidFill>
                <a:srgbClr val="000000"/>
              </a:solidFill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solidFill>
                  <a:srgbClr val="000000"/>
                </a:solidFill>
                <a:latin typeface="Times New Roman"/>
              </a:rPr>
              <a:t>Single class,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Times New Roman"/>
              </a:rPr>
              <a:t>EphemBasedPointingRefFrame</a:t>
            </a:r>
            <a:endParaRPr lang="en-US" sz="2200" b="0" strike="noStrike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Single </a:t>
            </a:r>
            <a:r>
              <a:rPr lang="en-US" i="1" spc="-1" dirty="0">
                <a:solidFill>
                  <a:srgbClr val="000000"/>
                </a:solidFill>
                <a:latin typeface="Times New Roman"/>
              </a:rPr>
              <a:t>initialize()</a:t>
            </a:r>
            <a:r>
              <a:rPr lang="en-US" spc="-1" dirty="0">
                <a:solidFill>
                  <a:srgbClr val="000000"/>
                </a:solidFill>
                <a:latin typeface="Times New Roman"/>
              </a:rPr>
              <a:t> and </a:t>
            </a:r>
            <a:r>
              <a:rPr lang="en-US" i="1" spc="-1" dirty="0">
                <a:solidFill>
                  <a:srgbClr val="000000"/>
                </a:solidFill>
                <a:latin typeface="Times New Roman"/>
              </a:rPr>
              <a:t>activate()</a:t>
            </a:r>
            <a:r>
              <a:rPr lang="en-US" spc="-1" dirty="0">
                <a:solidFill>
                  <a:srgbClr val="000000"/>
                </a:solidFill>
                <a:latin typeface="Times New Roman"/>
              </a:rPr>
              <a:t> method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Inherits methods from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imes New Roman"/>
              </a:rPr>
              <a:t>PointingRefFrame</a:t>
            </a:r>
            <a:endParaRPr lang="en-US" sz="1800" b="0" strike="noStrike" spc="-1" dirty="0">
              <a:solidFill>
                <a:srgbClr val="000000"/>
              </a:solidFill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endParaRPr lang="en-US" sz="18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Code Review : Code Coverage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C0AA35-A1A2-9540-1C8A-14BE66442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4938"/>
            <a:ext cx="10077450" cy="31150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 dirty="0">
                <a:solidFill>
                  <a:srgbClr val="182F7C"/>
                </a:solidFill>
                <a:latin typeface="Arial"/>
              </a:rPr>
              <a:t>Initial Project Implementation</a:t>
            </a: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solidFill>
                  <a:srgbClr val="000000"/>
                </a:solidFill>
                <a:latin typeface="Times New Roman"/>
              </a:rPr>
              <a:t>Provide </a:t>
            </a:r>
            <a:r>
              <a:rPr lang="en-US" sz="2200" spc="-1" dirty="0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2200" b="0" strike="noStrike" spc="-1" dirty="0">
                <a:solidFill>
                  <a:srgbClr val="000000"/>
                </a:solidFill>
                <a:latin typeface="Times New Roman"/>
              </a:rPr>
              <a:t>ase functionality for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Times New Roman"/>
              </a:rPr>
              <a:t>EarthMoonRotatingFrame</a:t>
            </a:r>
            <a:r>
              <a:rPr lang="en-US" sz="2200" b="0" strike="noStrike" spc="-1" dirty="0">
                <a:solidFill>
                  <a:srgbClr val="000000"/>
                </a:solidFill>
                <a:latin typeface="Times New Roman"/>
              </a:rPr>
              <a:t> which is instantiated in ANTARES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Times New Roman"/>
              </a:rPr>
              <a:t>SIM_orion</a:t>
            </a:r>
            <a:r>
              <a:rPr lang="en-US" sz="2200" b="0" strike="noStrike" spc="-1" dirty="0">
                <a:solidFill>
                  <a:srgbClr val="000000"/>
                </a:solidFill>
                <a:latin typeface="Times New Roman"/>
              </a:rPr>
              <a:t>, but execution is commented out until its needed</a:t>
            </a:r>
            <a:endParaRPr lang="en-US" b="0" strike="noStrike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cml/models/dynamics/</a:t>
            </a:r>
            <a:r>
              <a:rPr lang="en-US" sz="1800" b="0" strike="noStrike" spc="-1" dirty="0" err="1">
                <a:latin typeface="Times New Roman"/>
              </a:rPr>
              <a:t>state_descriptors</a:t>
            </a:r>
            <a:r>
              <a:rPr lang="en-US" sz="1800" b="0" strike="noStrike" spc="-1" dirty="0">
                <a:latin typeface="Times New Roman"/>
              </a:rPr>
              <a:t>/</a:t>
            </a:r>
            <a:r>
              <a:rPr lang="en-US" sz="1800" b="0" strike="noStrike" spc="-1" dirty="0" err="1">
                <a:latin typeface="Times New Roman"/>
              </a:rPr>
              <a:t>pointing_ref_frame</a:t>
            </a:r>
            <a:endParaRPr lang="en-US" sz="1800" b="0" strike="noStrike" spc="-1" dirty="0">
              <a:latin typeface="Times New Roman"/>
            </a:endParaRPr>
          </a:p>
          <a:p>
            <a:pPr marL="540000" lvl="1">
              <a:buClr>
                <a:srgbClr val="000000"/>
              </a:buClr>
              <a:buSzPct val="75000"/>
            </a:pPr>
            <a:r>
              <a:rPr lang="en-US" spc="-1" dirty="0">
                <a:latin typeface="Times New Roman"/>
              </a:rPr>
              <a:t>	class </a:t>
            </a:r>
            <a:r>
              <a:rPr lang="en-US" b="1" spc="-1" dirty="0" err="1">
                <a:latin typeface="Times New Roman"/>
              </a:rPr>
              <a:t>EphemBasedPointingRefFrame</a:t>
            </a:r>
            <a:r>
              <a:rPr lang="en-US" spc="-1" dirty="0">
                <a:latin typeface="Times New Roman"/>
              </a:rPr>
              <a:t> : </a:t>
            </a:r>
            <a:r>
              <a:rPr lang="en-US" b="1" spc="-1" dirty="0" err="1">
                <a:latin typeface="Times New Roman"/>
              </a:rPr>
              <a:t>PointingRefFrame</a:t>
            </a:r>
            <a:r>
              <a:rPr lang="en-US" spc="-1" dirty="0">
                <a:latin typeface="Times New Roman"/>
              </a:rPr>
              <a:t> {…}</a:t>
            </a:r>
            <a:endParaRPr lang="en-US" sz="1800" strike="noStrike" spc="-1" dirty="0">
              <a:latin typeface="Times New Roman"/>
            </a:endParaRPr>
          </a:p>
          <a:p>
            <a:pPr marL="864000" lvl="1" indent="-324000" algn="l" rtl="0">
              <a:buClr>
                <a:srgbClr val="000000"/>
              </a:buClr>
              <a:buSzPct val="75000"/>
              <a:buFont typeface="Wingdings" charset="2"/>
              <a:buChar char=""/>
            </a:pPr>
            <a:endParaRPr lang="en-US" sz="1800" kern="1200" spc="-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j-ea"/>
              <a:cs typeface="+mj-cs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cml/models/dynamics/</a:t>
            </a:r>
            <a:r>
              <a:rPr lang="en-US" sz="1800" b="0" strike="noStrike" spc="-1" dirty="0" err="1">
                <a:latin typeface="Times New Roman"/>
              </a:rPr>
              <a:t>state_descriptors</a:t>
            </a:r>
            <a:r>
              <a:rPr lang="en-US" sz="1800" b="0" strike="noStrike" spc="-1" dirty="0">
                <a:latin typeface="Times New Roman"/>
              </a:rPr>
              <a:t>/</a:t>
            </a:r>
            <a:r>
              <a:rPr lang="en-US" sz="1800" b="0" strike="noStrike" spc="-1" dirty="0" err="1">
                <a:latin typeface="Times New Roman"/>
              </a:rPr>
              <a:t>earth_moon_rotating_frame</a:t>
            </a:r>
            <a:endParaRPr lang="en-US" sz="1800" b="0" strike="noStrike" spc="-1" dirty="0">
              <a:latin typeface="Times New Roman"/>
            </a:endParaRPr>
          </a:p>
          <a:p>
            <a:pPr marL="540000" lvl="1">
              <a:buClr>
                <a:srgbClr val="000000"/>
              </a:buClr>
              <a:buSzPct val="75000"/>
            </a:pPr>
            <a:r>
              <a:rPr lang="en-US" spc="-1" dirty="0">
                <a:latin typeface="Times New Roman"/>
              </a:rPr>
              <a:t>	class </a:t>
            </a:r>
            <a:r>
              <a:rPr lang="en-US" spc="-1" dirty="0" err="1">
                <a:latin typeface="Times New Roman"/>
              </a:rPr>
              <a:t>EarthMoonRotating</a:t>
            </a:r>
            <a:r>
              <a:rPr lang="en-US" spc="-1" dirty="0">
                <a:latin typeface="Times New Roman"/>
              </a:rPr>
              <a:t> : </a:t>
            </a:r>
            <a:r>
              <a:rPr lang="en-US" b="1" spc="-1" dirty="0" err="1">
                <a:latin typeface="Times New Roman"/>
              </a:rPr>
              <a:t>EphemBasedPointingRefFrame</a:t>
            </a:r>
            <a:r>
              <a:rPr lang="en-US" spc="-1" dirty="0">
                <a:latin typeface="Times New Roman"/>
              </a:rPr>
              <a:t> {…}</a:t>
            </a:r>
            <a:endParaRPr lang="en-US" kern="1200" spc="-1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+mj-cs"/>
            </a:endParaRPr>
          </a:p>
          <a:p>
            <a:pPr marL="540000" lvl="1" algn="l" rtl="0">
              <a:buClr>
                <a:srgbClr val="000000"/>
              </a:buClr>
              <a:buSzPct val="75000"/>
            </a:pPr>
            <a:endParaRPr lang="en-US" sz="1800" kern="1200" spc="-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j-ea"/>
              <a:cs typeface="+mj-cs"/>
            </a:endParaRPr>
          </a:p>
          <a:p>
            <a:pPr marL="864000" lvl="1" indent="-324000" algn="l" rtl="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kern="1200" spc="-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+mj-cs"/>
              </a:rPr>
              <a:t>S_modules/environment/relative_env.sm</a:t>
            </a:r>
            <a:endParaRPr lang="en-US" kern="1200" spc="-1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+mj-cs"/>
            </a:endParaRPr>
          </a:p>
          <a:p>
            <a:pPr marL="540000" lvl="1" algn="l" rtl="0">
              <a:buClr>
                <a:srgbClr val="000000"/>
              </a:buClr>
              <a:buSzPct val="75000"/>
            </a:pPr>
            <a:r>
              <a:rPr lang="en-US" sz="1800" kern="1200" spc="-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+mj-cs"/>
              </a:rPr>
              <a:t>	</a:t>
            </a:r>
            <a:r>
              <a:rPr lang="en-US" sz="1800" kern="1200" spc="-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+mj-cs"/>
              </a:rPr>
              <a:t>EarthMoonRotatingFrame</a:t>
            </a:r>
            <a:r>
              <a:rPr lang="en-US" sz="1800" kern="1200" spc="-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sz="1800" kern="1200" spc="-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+mj-cs"/>
              </a:rPr>
              <a:t>earth_moon_rotating_frame</a:t>
            </a:r>
            <a:endParaRPr lang="en-US" sz="1800" kern="1200" spc="-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j-ea"/>
              <a:cs typeface="+mj-cs"/>
            </a:endParaRPr>
          </a:p>
          <a:p>
            <a:pPr marL="540000" lvl="1" algn="l" rtl="0">
              <a:buClr>
                <a:srgbClr val="000000"/>
              </a:buClr>
              <a:buSzPct val="75000"/>
            </a:pPr>
            <a:endParaRPr lang="en-US" kern="1200" spc="-1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+mj-cs"/>
            </a:endParaRPr>
          </a:p>
          <a:p>
            <a:pPr marL="864000" lvl="1" indent="-324000" algn="l" rtl="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kern="1200" spc="-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+mj-cs"/>
              </a:rPr>
              <a:t>S_define</a:t>
            </a:r>
            <a:r>
              <a:rPr lang="en-US" sz="1800" kern="1200" spc="-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+mj-cs"/>
              </a:rPr>
              <a:t>:</a:t>
            </a:r>
          </a:p>
          <a:p>
            <a:pPr marL="540000" lvl="1" algn="l" rtl="0">
              <a:buClr>
                <a:srgbClr val="000000"/>
              </a:buClr>
              <a:buSzPct val="75000"/>
            </a:pPr>
            <a:r>
              <a:rPr lang="en-US" kern="1200" spc="-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+mj-cs"/>
              </a:rPr>
              <a:t>	</a:t>
            </a:r>
            <a:r>
              <a:rPr lang="fr-FR" kern="1200" spc="-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+mj-cs"/>
              </a:rPr>
              <a:t>#include "</a:t>
            </a:r>
            <a:r>
              <a:rPr lang="fr-FR" kern="12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+mj-cs"/>
              </a:rPr>
              <a:t>environment</a:t>
            </a:r>
            <a:r>
              <a:rPr lang="fr-FR" kern="1200" spc="-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+mj-cs"/>
              </a:rPr>
              <a:t>/relative_env.sm"</a:t>
            </a:r>
            <a:endParaRPr lang="en-US" sz="1800" kern="1200" spc="-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j-ea"/>
              <a:cs typeface="+mj-cs"/>
            </a:endParaRPr>
          </a:p>
          <a:p>
            <a:pPr marL="540000" lvl="1" algn="l" rtl="0">
              <a:buClr>
                <a:srgbClr val="000000"/>
              </a:buClr>
              <a:buSzPct val="75000"/>
            </a:pPr>
            <a:r>
              <a:rPr lang="en-US" kern="1200" spc="-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+mj-cs"/>
              </a:rPr>
              <a:t>	</a:t>
            </a:r>
            <a:r>
              <a:rPr lang="en-US" kern="12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+mj-cs"/>
              </a:rPr>
              <a:t>PlanetPlanetRelStateSimObject</a:t>
            </a:r>
            <a:r>
              <a:rPr lang="en-US" kern="1200" spc="-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+mj-cs"/>
              </a:rPr>
              <a:t> </a:t>
            </a:r>
            <a:r>
              <a:rPr lang="en-US" kern="12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+mj-cs"/>
              </a:rPr>
              <a:t>planet_rel_state</a:t>
            </a:r>
            <a:endParaRPr lang="en-US" kern="1200" spc="-1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 dirty="0">
                <a:solidFill>
                  <a:srgbClr val="182F7C"/>
                </a:solidFill>
                <a:latin typeface="Arial"/>
              </a:rPr>
              <a:t>Verification:</a:t>
            </a: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182520" y="914040"/>
            <a:ext cx="9597960" cy="41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 err="1">
                <a:solidFill>
                  <a:srgbClr val="000000"/>
                </a:solidFill>
                <a:latin typeface="Times New Roman"/>
              </a:rPr>
              <a:t>SIM_Ephem</a:t>
            </a:r>
            <a:r>
              <a:rPr lang="en-US" sz="2200" spc="-1" dirty="0">
                <a:solidFill>
                  <a:srgbClr val="000000"/>
                </a:solidFill>
                <a:latin typeface="Times New Roman"/>
              </a:rPr>
              <a:t> and </a:t>
            </a:r>
            <a:r>
              <a:rPr lang="en-US" sz="2200" spc="-1" dirty="0" err="1">
                <a:solidFill>
                  <a:srgbClr val="000000"/>
                </a:solidFill>
                <a:latin typeface="Times New Roman"/>
              </a:rPr>
              <a:t>SIM_verif</a:t>
            </a:r>
            <a:endParaRPr lang="en-US" sz="2200" b="0" strike="noStrike" spc="-1" dirty="0">
              <a:latin typeface="Times New Roman"/>
            </a:endParaRPr>
          </a:p>
          <a:p>
            <a:pPr marL="864000" lvl="1" indent="-324000" algn="l" rtl="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kern="1200" spc="-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+mj-cs"/>
              </a:rPr>
              <a:t>See model documentation, chapter 5</a:t>
            </a:r>
            <a:endParaRPr lang="en-US" sz="1800" dirty="0">
              <a:effectLst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endParaRPr lang="en-US" sz="22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Follow-on Work</a:t>
            </a: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solidFill>
                  <a:srgbClr val="000000"/>
                </a:solidFill>
                <a:latin typeface="Times New Roman"/>
              </a:rPr>
              <a:t>No follow-on work is required</a:t>
            </a:r>
            <a:endParaRPr lang="en-US" sz="22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7005d458-45be-48ae-8140-d43da96dd17b}" enabled="0" method="" siteId="{7005d458-45be-48ae-8140-d43da96dd17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2847</TotalTime>
  <Words>669</Words>
  <Application>Microsoft Office PowerPoint</Application>
  <PresentationFormat>Custom</PresentationFormat>
  <Paragraphs>118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Aptos</vt:lpstr>
      <vt:lpstr>Arial</vt:lpstr>
      <vt:lpstr>Courier New</vt:lpstr>
      <vt:lpstr>Symbol</vt:lpstr>
      <vt:lpstr>Times New Roman</vt:lpstr>
      <vt:lpstr>Wingdings</vt:lpstr>
      <vt:lpstr>Wingdings 3</vt:lpstr>
      <vt:lpstr>Office Theme</vt:lpstr>
      <vt:lpstr>Office Theme</vt:lpstr>
      <vt:lpstr>PowerPoint Presentation</vt:lpstr>
      <vt:lpstr>Outline</vt:lpstr>
      <vt:lpstr>Model Purpose and Use</vt:lpstr>
      <vt:lpstr>Antares Project Status</vt:lpstr>
      <vt:lpstr>Code Inheritance and Dependencies</vt:lpstr>
      <vt:lpstr>Model Inventory</vt:lpstr>
      <vt:lpstr>Code Review : Coding Standards Compliance</vt:lpstr>
      <vt:lpstr>Code Review : Architecture Review</vt:lpstr>
      <vt:lpstr>Code Review : Code Coverage </vt:lpstr>
      <vt:lpstr>Initial Project Implementation</vt:lpstr>
      <vt:lpstr>Verification:</vt:lpstr>
      <vt:lpstr>Follow-on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V&amp;V Presentation Template</dc:title>
  <dc:subject/>
  <dc:creator>Mirhashemi, Hirad (JSC-EG211)[Odyssey Space Research L.L.C.]</dc:creator>
  <dc:description/>
  <cp:lastModifiedBy>Mirhashemi, Hirad (JSC-EG211)[Odyssey Space Research L.L.C.]</cp:lastModifiedBy>
  <cp:revision>10</cp:revision>
  <dcterms:created xsi:type="dcterms:W3CDTF">2024-02-20T08:36:01Z</dcterms:created>
  <dcterms:modified xsi:type="dcterms:W3CDTF">2025-11-13T16:14:18Z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">
    <vt:lpwstr>Gary Turner</vt:lpwstr>
  </property>
  <property fmtid="{D5CDD505-2E9C-101B-9397-08002B2CF9AE}" pid="3" name="Initial Date">
    <vt:lpwstr>February 2024</vt:lpwstr>
  </property>
  <property fmtid="{D5CDD505-2E9C-101B-9397-08002B2CF9AE}" pid="4" name="Organization">
    <vt:lpwstr>Odyssey Space Research</vt:lpwstr>
  </property>
</Properties>
</file>